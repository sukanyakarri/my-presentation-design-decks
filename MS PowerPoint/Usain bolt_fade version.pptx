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0" r:id="rId2"/>
  </p:sldMasterIdLst>
  <p:notesMasterIdLst>
    <p:notesMasterId r:id="rId11"/>
  </p:notesMasterIdLst>
  <p:sldIdLst>
    <p:sldId id="260" r:id="rId3"/>
    <p:sldId id="263" r:id="rId4"/>
    <p:sldId id="264" r:id="rId5"/>
    <p:sldId id="265" r:id="rId6"/>
    <p:sldId id="266" r:id="rId7"/>
    <p:sldId id="267" r:id="rId8"/>
    <p:sldId id="268" r:id="rId9"/>
    <p:sldId id="269"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DDDDDD"/>
    <a:srgbClr val="C0C0C0"/>
    <a:srgbClr val="7B9A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59411" autoAdjust="0"/>
  </p:normalViewPr>
  <p:slideViewPr>
    <p:cSldViewPr showGuides="1">
      <p:cViewPr>
        <p:scale>
          <a:sx n="47" d="100"/>
          <a:sy n="47" d="100"/>
        </p:scale>
        <p:origin x="2562" y="6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DAE3A5-AE1C-401B-B043-FEBDDD4173E0}" type="datetimeFigureOut">
              <a:rPr lang="en-US" smtClean="0"/>
              <a:t>2/20/2020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C356A9-B62E-4647-AACD-B8D1A0AC5D6C}" type="slidenum">
              <a:rPr lang="en-US" smtClean="0"/>
              <a:t>‹#›</a:t>
            </a:fld>
            <a:endParaRPr lang="en-US"/>
          </a:p>
        </p:txBody>
      </p:sp>
    </p:spTree>
    <p:extLst>
      <p:ext uri="{BB962C8B-B14F-4D97-AF65-F5344CB8AC3E}">
        <p14:creationId xmlns:p14="http://schemas.microsoft.com/office/powerpoint/2010/main" val="198057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053ECCD-17D1-426C-A7C0-6738D9DB2072}" type="datetimeFigureOut">
              <a:rPr lang="en-US" smtClean="0"/>
              <a:t>2/20/2020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2359132757"/>
      </p:ext>
    </p:extLst>
  </p:cSld>
  <p:clrMapOvr>
    <a:masterClrMapping/>
  </p:clrMapOvr>
  <p:transition spd="med" advClick="0" advTm="2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053ECCD-17D1-426C-A7C0-6738D9DB2072}" type="datetimeFigureOut">
              <a:rPr lang="en-US" smtClean="0"/>
              <a:t>2/20/2020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1899100988"/>
      </p:ext>
    </p:extLst>
  </p:cSld>
  <p:clrMapOvr>
    <a:masterClrMapping/>
  </p:clrMapOvr>
  <p:transition spd="med" advClick="0" advTm="2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053ECCD-17D1-426C-A7C0-6738D9DB2072}" type="datetimeFigureOut">
              <a:rPr lang="en-US" smtClean="0"/>
              <a:t>2/20/2020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2456296274"/>
      </p:ext>
    </p:extLst>
  </p:cSld>
  <p:clrMapOvr>
    <a:masterClrMapping/>
  </p:clrMapOvr>
  <p:transition spd="med" advClick="0" advTm="2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053ECCD-17D1-426C-A7C0-6738D9DB2072}" type="datetimeFigureOut">
              <a:rPr lang="en-US" smtClean="0"/>
              <a:t>2/20/2020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3032877143"/>
      </p:ext>
    </p:extLst>
  </p:cSld>
  <p:clrMapOvr>
    <a:masterClrMapping/>
  </p:clrMapOvr>
  <p:transition spd="med" advClick="0" advTm="2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053ECCD-17D1-426C-A7C0-6738D9DB2072}" type="datetimeFigureOut">
              <a:rPr lang="en-US" smtClean="0"/>
              <a:t>2/20/2020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3835004486"/>
      </p:ext>
    </p:extLst>
  </p:cSld>
  <p:clrMapOvr>
    <a:masterClrMapping/>
  </p:clrMapOvr>
  <p:transition spd="med" advClick="0" advTm="2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053ECCD-17D1-426C-A7C0-6738D9DB2072}" type="datetimeFigureOut">
              <a:rPr lang="en-US" smtClean="0"/>
              <a:t>2/20/2020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2823243357"/>
      </p:ext>
    </p:extLst>
  </p:cSld>
  <p:clrMapOvr>
    <a:masterClrMapping/>
  </p:clrMapOvr>
  <p:transition spd="med" advClick="0" advTm="2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53ECCD-17D1-426C-A7C0-6738D9DB2072}" type="datetimeFigureOut">
              <a:rPr lang="en-US" smtClean="0"/>
              <a:t>2/20/2020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140794472"/>
      </p:ext>
    </p:extLst>
  </p:cSld>
  <p:clrMapOvr>
    <a:masterClrMapping/>
  </p:clrMapOvr>
  <p:transition spd="med" advClick="0" advTm="2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053ECCD-17D1-426C-A7C0-6738D9DB2072}" type="datetimeFigureOut">
              <a:rPr lang="en-US" smtClean="0"/>
              <a:t>2/20/2020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2812969216"/>
      </p:ext>
    </p:extLst>
  </p:cSld>
  <p:clrMapOvr>
    <a:masterClrMapping/>
  </p:clrMapOvr>
  <p:transition spd="med" advClick="0" advTm="2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053ECCD-17D1-426C-A7C0-6738D9DB2072}" type="datetimeFigureOut">
              <a:rPr lang="en-US" smtClean="0"/>
              <a:t>2/20/2020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4126813741"/>
      </p:ext>
    </p:extLst>
  </p:cSld>
  <p:clrMapOvr>
    <a:masterClrMapping/>
  </p:clrMapOvr>
  <p:transition spd="med" advClick="0" advTm="2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053ECCD-17D1-426C-A7C0-6738D9DB2072}" type="datetimeFigureOut">
              <a:rPr lang="en-US" smtClean="0"/>
              <a:t>2/20/2020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386851542"/>
      </p:ext>
    </p:extLst>
  </p:cSld>
  <p:clrMapOvr>
    <a:masterClrMapping/>
  </p:clrMapOvr>
  <p:transition spd="med" advClick="0" advTm="2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053ECCD-17D1-426C-A7C0-6738D9DB2072}" type="datetimeFigureOut">
              <a:rPr lang="en-US" smtClean="0"/>
              <a:t>2/20/2020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E6E23-4113-4CA6-8AB9-48DAA7F32BE4}" type="slidenum">
              <a:rPr lang="en-US" smtClean="0"/>
              <a:t>‹#›</a:t>
            </a:fld>
            <a:endParaRPr lang="en-US"/>
          </a:p>
        </p:txBody>
      </p:sp>
    </p:spTree>
    <p:extLst>
      <p:ext uri="{BB962C8B-B14F-4D97-AF65-F5344CB8AC3E}">
        <p14:creationId xmlns:p14="http://schemas.microsoft.com/office/powerpoint/2010/main" val="110501826"/>
      </p:ext>
    </p:extLst>
  </p:cSld>
  <p:clrMapOvr>
    <a:masterClrMapping/>
  </p:clrMapOvr>
  <p:transition spd="med" advClick="0" advTm="2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3ECCD-17D1-426C-A7C0-6738D9DB2072}" type="datetimeFigureOut">
              <a:rPr lang="en-US" smtClean="0"/>
              <a:t>2/20/2020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E6E23-4113-4CA6-8AB9-48DAA7F32BE4}" type="slidenum">
              <a:rPr lang="en-US" smtClean="0"/>
              <a:t>‹#›</a:t>
            </a:fld>
            <a:endParaRPr lang="en-US"/>
          </a:p>
        </p:txBody>
      </p:sp>
    </p:spTree>
    <p:extLst>
      <p:ext uri="{BB962C8B-B14F-4D97-AF65-F5344CB8AC3E}">
        <p14:creationId xmlns:p14="http://schemas.microsoft.com/office/powerpoint/2010/main" val="30200565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spd="med" advClick="0" advTm="2000">
    <p:fad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6" name="Group 35"/>
          <p:cNvGrpSpPr/>
          <p:nvPr/>
        </p:nvGrpSpPr>
        <p:grpSpPr>
          <a:xfrm>
            <a:off x="-8200198" y="26304"/>
            <a:ext cx="9154886" cy="6858000"/>
            <a:chOff x="0" y="0"/>
            <a:chExt cx="9154886" cy="6858000"/>
          </a:xfrm>
        </p:grpSpPr>
        <p:sp>
          <p:nvSpPr>
            <p:cNvPr id="37" name="Rectangle 36"/>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9" name="TextBox 38"/>
            <p:cNvSpPr txBox="1"/>
            <p:nvPr/>
          </p:nvSpPr>
          <p:spPr>
            <a:xfrm rot="16200000">
              <a:off x="8145236" y="3053834"/>
              <a:ext cx="990600" cy="369332"/>
            </a:xfrm>
            <a:prstGeom prst="rect">
              <a:avLst/>
            </a:prstGeom>
            <a:noFill/>
          </p:spPr>
          <p:txBody>
            <a:bodyPr wrap="square" rtlCol="0">
              <a:spAutoFit/>
            </a:bodyPr>
            <a:lstStyle/>
            <a:p>
              <a:r>
                <a:rPr lang="en-US" dirty="0" smtClean="0"/>
                <a:t>gifted</a:t>
              </a:r>
              <a:endParaRPr lang="en-US" dirty="0"/>
            </a:p>
          </p:txBody>
        </p:sp>
      </p:grpSp>
      <p:grpSp>
        <p:nvGrpSpPr>
          <p:cNvPr id="41" name="Group 40"/>
          <p:cNvGrpSpPr/>
          <p:nvPr/>
        </p:nvGrpSpPr>
        <p:grpSpPr>
          <a:xfrm>
            <a:off x="-8837600" y="4540"/>
            <a:ext cx="9154886" cy="6858000"/>
            <a:chOff x="0" y="0"/>
            <a:chExt cx="9154886" cy="6858000"/>
          </a:xfrm>
        </p:grpSpPr>
        <p:sp>
          <p:nvSpPr>
            <p:cNvPr id="42" name="Rectangle 4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4" name="TextBox 43"/>
            <p:cNvSpPr txBox="1"/>
            <p:nvPr/>
          </p:nvSpPr>
          <p:spPr>
            <a:xfrm rot="16200000">
              <a:off x="8006052" y="3202605"/>
              <a:ext cx="1600200" cy="369332"/>
            </a:xfrm>
            <a:prstGeom prst="rect">
              <a:avLst/>
            </a:prstGeom>
            <a:noFill/>
          </p:spPr>
          <p:txBody>
            <a:bodyPr wrap="square" rtlCol="0">
              <a:spAutoFit/>
            </a:bodyPr>
            <a:lstStyle/>
            <a:p>
              <a:r>
                <a:rPr lang="en-US" dirty="0" smtClean="0"/>
                <a:t>The moment</a:t>
              </a:r>
              <a:endParaRPr lang="en-US" dirty="0"/>
            </a:p>
          </p:txBody>
        </p:sp>
      </p:grpSp>
      <p:grpSp>
        <p:nvGrpSpPr>
          <p:cNvPr id="45" name="Group 44"/>
          <p:cNvGrpSpPr/>
          <p:nvPr/>
        </p:nvGrpSpPr>
        <p:grpSpPr>
          <a:xfrm>
            <a:off x="-9489787" y="8165"/>
            <a:ext cx="9154886" cy="6858000"/>
            <a:chOff x="0" y="0"/>
            <a:chExt cx="9154886" cy="6858000"/>
          </a:xfrm>
        </p:grpSpPr>
        <p:sp>
          <p:nvSpPr>
            <p:cNvPr id="46" name="Rectangle 45"/>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8" name="TextBox 47"/>
            <p:cNvSpPr txBox="1"/>
            <p:nvPr/>
          </p:nvSpPr>
          <p:spPr>
            <a:xfrm rot="16200000">
              <a:off x="8006052" y="3202605"/>
              <a:ext cx="1600200" cy="369332"/>
            </a:xfrm>
            <a:prstGeom prst="rect">
              <a:avLst/>
            </a:prstGeom>
            <a:noFill/>
          </p:spPr>
          <p:txBody>
            <a:bodyPr wrap="square" rtlCol="0">
              <a:spAutoFit/>
            </a:bodyPr>
            <a:lstStyle/>
            <a:p>
              <a:r>
                <a:rPr lang="en-US" dirty="0" smtClean="0"/>
                <a:t>Break Down</a:t>
              </a:r>
              <a:endParaRPr lang="en-US" dirty="0"/>
            </a:p>
          </p:txBody>
        </p:sp>
      </p:grpSp>
      <p:grpSp>
        <p:nvGrpSpPr>
          <p:cNvPr id="49" name="Group 48"/>
          <p:cNvGrpSpPr/>
          <p:nvPr/>
        </p:nvGrpSpPr>
        <p:grpSpPr>
          <a:xfrm>
            <a:off x="-10035076" y="8165"/>
            <a:ext cx="9144000" cy="6858000"/>
            <a:chOff x="13704" y="-89800"/>
            <a:chExt cx="9144000" cy="6858000"/>
          </a:xfrm>
        </p:grpSpPr>
        <p:sp>
          <p:nvSpPr>
            <p:cNvPr id="50" name="Rectangle 49"/>
            <p:cNvSpPr/>
            <p:nvPr/>
          </p:nvSpPr>
          <p:spPr>
            <a:xfrm>
              <a:off x="13704" y="-8980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2" name="TextBox 51"/>
            <p:cNvSpPr txBox="1"/>
            <p:nvPr/>
          </p:nvSpPr>
          <p:spPr>
            <a:xfrm rot="16200000">
              <a:off x="8006052" y="3202605"/>
              <a:ext cx="1600200" cy="369332"/>
            </a:xfrm>
            <a:prstGeom prst="rect">
              <a:avLst/>
            </a:prstGeom>
            <a:noFill/>
          </p:spPr>
          <p:txBody>
            <a:bodyPr wrap="square" rtlCol="0">
              <a:spAutoFit/>
            </a:bodyPr>
            <a:lstStyle/>
            <a:p>
              <a:r>
                <a:rPr lang="en-US" dirty="0" smtClean="0"/>
                <a:t>Time spoke</a:t>
              </a:r>
              <a:endParaRPr lang="en-US" dirty="0"/>
            </a:p>
          </p:txBody>
        </p:sp>
      </p:grpSp>
      <p:grpSp>
        <p:nvGrpSpPr>
          <p:cNvPr id="53" name="Group 52"/>
          <p:cNvGrpSpPr/>
          <p:nvPr/>
        </p:nvGrpSpPr>
        <p:grpSpPr>
          <a:xfrm>
            <a:off x="-10673299" y="8"/>
            <a:ext cx="9154886" cy="6858000"/>
            <a:chOff x="0" y="0"/>
            <a:chExt cx="9154886" cy="6858000"/>
          </a:xfrm>
        </p:grpSpPr>
        <p:sp>
          <p:nvSpPr>
            <p:cNvPr id="54" name="Rectangle 53"/>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TextBox 55"/>
            <p:cNvSpPr txBox="1"/>
            <p:nvPr/>
          </p:nvSpPr>
          <p:spPr>
            <a:xfrm rot="16200000">
              <a:off x="7714859" y="3136806"/>
              <a:ext cx="2286000" cy="369332"/>
            </a:xfrm>
            <a:prstGeom prst="rect">
              <a:avLst/>
            </a:prstGeom>
            <a:noFill/>
          </p:spPr>
          <p:txBody>
            <a:bodyPr wrap="square" rtlCol="0">
              <a:spAutoFit/>
            </a:bodyPr>
            <a:lstStyle/>
            <a:p>
              <a:r>
                <a:rPr lang="en-US" dirty="0" smtClean="0"/>
                <a:t>History continues…..</a:t>
              </a:r>
              <a:endParaRPr lang="en-US" dirty="0"/>
            </a:p>
          </p:txBody>
        </p:sp>
      </p:grpSp>
      <p:grpSp>
        <p:nvGrpSpPr>
          <p:cNvPr id="57" name="Group 56"/>
          <p:cNvGrpSpPr/>
          <p:nvPr/>
        </p:nvGrpSpPr>
        <p:grpSpPr>
          <a:xfrm>
            <a:off x="-11193748" y="48068"/>
            <a:ext cx="9154886" cy="6858000"/>
            <a:chOff x="0" y="0"/>
            <a:chExt cx="9154886" cy="6858000"/>
          </a:xfrm>
        </p:grpSpPr>
        <p:sp>
          <p:nvSpPr>
            <p:cNvPr id="58" name="Rectangle 5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0" name="TextBox 59"/>
            <p:cNvSpPr txBox="1"/>
            <p:nvPr/>
          </p:nvSpPr>
          <p:spPr>
            <a:xfrm rot="16200000">
              <a:off x="7872702" y="3164991"/>
              <a:ext cx="1905001" cy="369332"/>
            </a:xfrm>
            <a:prstGeom prst="rect">
              <a:avLst/>
            </a:prstGeom>
            <a:noFill/>
          </p:spPr>
          <p:txBody>
            <a:bodyPr wrap="square" rtlCol="0">
              <a:spAutoFit/>
            </a:bodyPr>
            <a:lstStyle/>
            <a:p>
              <a:r>
                <a:rPr lang="en-US" dirty="0" smtClean="0"/>
                <a:t>Legend’s Treasure</a:t>
              </a:r>
              <a:endParaRPr lang="en-US" dirty="0"/>
            </a:p>
          </p:txBody>
        </p:sp>
      </p:grpSp>
      <p:grpSp>
        <p:nvGrpSpPr>
          <p:cNvPr id="61" name="Group 60"/>
          <p:cNvGrpSpPr/>
          <p:nvPr/>
        </p:nvGrpSpPr>
        <p:grpSpPr>
          <a:xfrm>
            <a:off x="-11773050" y="26303"/>
            <a:ext cx="9154886" cy="6858000"/>
            <a:chOff x="0" y="0"/>
            <a:chExt cx="9154886" cy="6858000"/>
          </a:xfrm>
        </p:grpSpPr>
        <p:sp>
          <p:nvSpPr>
            <p:cNvPr id="62" name="Rectangle 6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64" name="TextBox 63"/>
            <p:cNvSpPr txBox="1"/>
            <p:nvPr/>
          </p:nvSpPr>
          <p:spPr>
            <a:xfrm rot="16200000">
              <a:off x="7872702" y="3164990"/>
              <a:ext cx="1905001" cy="369332"/>
            </a:xfrm>
            <a:prstGeom prst="rect">
              <a:avLst/>
            </a:prstGeom>
            <a:noFill/>
          </p:spPr>
          <p:txBody>
            <a:bodyPr wrap="square" rtlCol="0">
              <a:spAutoFit/>
            </a:bodyPr>
            <a:lstStyle/>
            <a:p>
              <a:r>
                <a:rPr lang="en-US" dirty="0" smtClean="0"/>
                <a:t>No limits……..</a:t>
              </a:r>
              <a:endParaRPr lang="en-US" dirty="0"/>
            </a:p>
          </p:txBody>
        </p:sp>
      </p:grpSp>
      <p:pic>
        <p:nvPicPr>
          <p:cNvPr id="69" name="Picture 68"/>
          <p:cNvPicPr>
            <a:picLocks noChangeAspect="1"/>
          </p:cNvPicPr>
          <p:nvPr/>
        </p:nvPicPr>
        <p:blipFill>
          <a:blip r:embed="rId2"/>
          <a:stretch>
            <a:fillRect/>
          </a:stretch>
        </p:blipFill>
        <p:spPr>
          <a:xfrm>
            <a:off x="267596" y="854989"/>
            <a:ext cx="8330498" cy="6673843"/>
          </a:xfrm>
          <a:prstGeom prst="rect">
            <a:avLst/>
          </a:prstGeom>
        </p:spPr>
      </p:pic>
    </p:spTree>
    <p:extLst>
      <p:ext uri="{BB962C8B-B14F-4D97-AF65-F5344CB8AC3E}">
        <p14:creationId xmlns:p14="http://schemas.microsoft.com/office/powerpoint/2010/main" val="4067920792"/>
      </p:ext>
    </p:extLst>
  </p:cSld>
  <p:clrMapOvr>
    <a:masterClrMapping/>
  </p:clrMapOvr>
  <p:transition spd="med" advClick="0" advTm="2000">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3" name="Group 22"/>
          <p:cNvGrpSpPr/>
          <p:nvPr/>
        </p:nvGrpSpPr>
        <p:grpSpPr>
          <a:xfrm>
            <a:off x="-4114800" y="0"/>
            <a:ext cx="9154886" cy="6858000"/>
            <a:chOff x="0" y="0"/>
            <a:chExt cx="9154886" cy="6858000"/>
          </a:xfrm>
        </p:grpSpPr>
        <p:sp>
          <p:nvSpPr>
            <p:cNvPr id="18" name="Rectangle 1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TextBox 19"/>
            <p:cNvSpPr txBox="1"/>
            <p:nvPr/>
          </p:nvSpPr>
          <p:spPr>
            <a:xfrm rot="16200000">
              <a:off x="8145236" y="3053834"/>
              <a:ext cx="990600" cy="369332"/>
            </a:xfrm>
            <a:prstGeom prst="rect">
              <a:avLst/>
            </a:prstGeom>
            <a:noFill/>
          </p:spPr>
          <p:txBody>
            <a:bodyPr wrap="square" rtlCol="0">
              <a:spAutoFit/>
            </a:bodyPr>
            <a:lstStyle/>
            <a:p>
              <a:r>
                <a:rPr lang="en-US" dirty="0" smtClean="0"/>
                <a:t>About</a:t>
              </a:r>
              <a:endParaRPr lang="en-US" dirty="0"/>
            </a:p>
          </p:txBody>
        </p:sp>
      </p:grpSp>
      <p:grpSp>
        <p:nvGrpSpPr>
          <p:cNvPr id="36" name="Group 35"/>
          <p:cNvGrpSpPr/>
          <p:nvPr/>
        </p:nvGrpSpPr>
        <p:grpSpPr>
          <a:xfrm>
            <a:off x="79607" y="8157"/>
            <a:ext cx="9163378" cy="6858000"/>
            <a:chOff x="161010" y="82961"/>
            <a:chExt cx="9163378" cy="6858000"/>
          </a:xfrm>
        </p:grpSpPr>
        <p:sp>
          <p:nvSpPr>
            <p:cNvPr id="37" name="Rectangle 36"/>
            <p:cNvSpPr/>
            <p:nvPr/>
          </p:nvSpPr>
          <p:spPr>
            <a:xfrm>
              <a:off x="161010" y="82961"/>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8337897" y="2468330"/>
              <a:ext cx="986491"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9" name="TextBox 38"/>
            <p:cNvSpPr txBox="1"/>
            <p:nvPr/>
          </p:nvSpPr>
          <p:spPr>
            <a:xfrm rot="16200000">
              <a:off x="8291360" y="3213904"/>
              <a:ext cx="1277265" cy="369332"/>
            </a:xfrm>
            <a:prstGeom prst="rect">
              <a:avLst/>
            </a:prstGeom>
            <a:noFill/>
          </p:spPr>
          <p:txBody>
            <a:bodyPr wrap="square" rtlCol="0">
              <a:spAutoFit/>
            </a:bodyPr>
            <a:lstStyle/>
            <a:p>
              <a:r>
                <a:rPr lang="en-US" dirty="0" smtClean="0"/>
                <a:t>gifted</a:t>
              </a:r>
              <a:endParaRPr lang="en-US" dirty="0"/>
            </a:p>
          </p:txBody>
        </p:sp>
      </p:grpSp>
      <p:grpSp>
        <p:nvGrpSpPr>
          <p:cNvPr id="41" name="Group 40"/>
          <p:cNvGrpSpPr/>
          <p:nvPr/>
        </p:nvGrpSpPr>
        <p:grpSpPr>
          <a:xfrm>
            <a:off x="-5401311" y="4540"/>
            <a:ext cx="9154886" cy="6858000"/>
            <a:chOff x="0" y="0"/>
            <a:chExt cx="9154886" cy="6858000"/>
          </a:xfrm>
        </p:grpSpPr>
        <p:sp>
          <p:nvSpPr>
            <p:cNvPr id="42" name="Rectangle 4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4" name="TextBox 43"/>
            <p:cNvSpPr txBox="1"/>
            <p:nvPr/>
          </p:nvSpPr>
          <p:spPr>
            <a:xfrm rot="16200000">
              <a:off x="8006052" y="3202605"/>
              <a:ext cx="1600200" cy="369332"/>
            </a:xfrm>
            <a:prstGeom prst="rect">
              <a:avLst/>
            </a:prstGeom>
            <a:noFill/>
          </p:spPr>
          <p:txBody>
            <a:bodyPr wrap="square" rtlCol="0">
              <a:spAutoFit/>
            </a:bodyPr>
            <a:lstStyle/>
            <a:p>
              <a:r>
                <a:rPr lang="en-US" dirty="0" smtClean="0"/>
                <a:t>The moment</a:t>
              </a:r>
              <a:endParaRPr lang="en-US" dirty="0"/>
            </a:p>
          </p:txBody>
        </p:sp>
      </p:grpSp>
      <p:grpSp>
        <p:nvGrpSpPr>
          <p:cNvPr id="45" name="Group 44"/>
          <p:cNvGrpSpPr/>
          <p:nvPr/>
        </p:nvGrpSpPr>
        <p:grpSpPr>
          <a:xfrm>
            <a:off x="-6053498" y="8165"/>
            <a:ext cx="9154886" cy="6858000"/>
            <a:chOff x="0" y="0"/>
            <a:chExt cx="9154886" cy="6858000"/>
          </a:xfrm>
        </p:grpSpPr>
        <p:sp>
          <p:nvSpPr>
            <p:cNvPr id="46" name="Rectangle 45"/>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8" name="TextBox 47"/>
            <p:cNvSpPr txBox="1"/>
            <p:nvPr/>
          </p:nvSpPr>
          <p:spPr>
            <a:xfrm rot="16200000">
              <a:off x="8006052" y="3202605"/>
              <a:ext cx="1600200" cy="369332"/>
            </a:xfrm>
            <a:prstGeom prst="rect">
              <a:avLst/>
            </a:prstGeom>
            <a:noFill/>
          </p:spPr>
          <p:txBody>
            <a:bodyPr wrap="square" rtlCol="0">
              <a:spAutoFit/>
            </a:bodyPr>
            <a:lstStyle/>
            <a:p>
              <a:r>
                <a:rPr lang="en-US" dirty="0" smtClean="0"/>
                <a:t>Break Down</a:t>
              </a:r>
              <a:endParaRPr lang="en-US" dirty="0"/>
            </a:p>
          </p:txBody>
        </p:sp>
      </p:grpSp>
      <p:grpSp>
        <p:nvGrpSpPr>
          <p:cNvPr id="49" name="Group 48"/>
          <p:cNvGrpSpPr/>
          <p:nvPr/>
        </p:nvGrpSpPr>
        <p:grpSpPr>
          <a:xfrm>
            <a:off x="-6598787" y="8165"/>
            <a:ext cx="9144000" cy="6858000"/>
            <a:chOff x="13704" y="-89800"/>
            <a:chExt cx="9144000" cy="6858000"/>
          </a:xfrm>
        </p:grpSpPr>
        <p:sp>
          <p:nvSpPr>
            <p:cNvPr id="50" name="Rectangle 49"/>
            <p:cNvSpPr/>
            <p:nvPr/>
          </p:nvSpPr>
          <p:spPr>
            <a:xfrm>
              <a:off x="13704" y="-8980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2" name="TextBox 51"/>
            <p:cNvSpPr txBox="1"/>
            <p:nvPr/>
          </p:nvSpPr>
          <p:spPr>
            <a:xfrm rot="16200000">
              <a:off x="8006052" y="3202605"/>
              <a:ext cx="1600200" cy="369332"/>
            </a:xfrm>
            <a:prstGeom prst="rect">
              <a:avLst/>
            </a:prstGeom>
            <a:noFill/>
          </p:spPr>
          <p:txBody>
            <a:bodyPr wrap="square" rtlCol="0">
              <a:spAutoFit/>
            </a:bodyPr>
            <a:lstStyle/>
            <a:p>
              <a:r>
                <a:rPr lang="en-US" dirty="0" smtClean="0"/>
                <a:t>Time spoke</a:t>
              </a:r>
              <a:endParaRPr lang="en-US" dirty="0"/>
            </a:p>
          </p:txBody>
        </p:sp>
      </p:grpSp>
      <p:grpSp>
        <p:nvGrpSpPr>
          <p:cNvPr id="53" name="Group 52"/>
          <p:cNvGrpSpPr/>
          <p:nvPr/>
        </p:nvGrpSpPr>
        <p:grpSpPr>
          <a:xfrm>
            <a:off x="-7237010" y="8"/>
            <a:ext cx="9154886" cy="6858000"/>
            <a:chOff x="0" y="0"/>
            <a:chExt cx="9154886" cy="6858000"/>
          </a:xfrm>
        </p:grpSpPr>
        <p:sp>
          <p:nvSpPr>
            <p:cNvPr id="54" name="Rectangle 53"/>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TextBox 55"/>
            <p:cNvSpPr txBox="1"/>
            <p:nvPr/>
          </p:nvSpPr>
          <p:spPr>
            <a:xfrm rot="16200000">
              <a:off x="7714859" y="3136806"/>
              <a:ext cx="2286000" cy="369332"/>
            </a:xfrm>
            <a:prstGeom prst="rect">
              <a:avLst/>
            </a:prstGeom>
            <a:noFill/>
          </p:spPr>
          <p:txBody>
            <a:bodyPr wrap="square" rtlCol="0">
              <a:spAutoFit/>
            </a:bodyPr>
            <a:lstStyle/>
            <a:p>
              <a:r>
                <a:rPr lang="en-US" dirty="0" smtClean="0"/>
                <a:t>History continues…..</a:t>
              </a:r>
              <a:endParaRPr lang="en-US" dirty="0"/>
            </a:p>
          </p:txBody>
        </p:sp>
      </p:grpSp>
      <p:grpSp>
        <p:nvGrpSpPr>
          <p:cNvPr id="57" name="Group 56"/>
          <p:cNvGrpSpPr/>
          <p:nvPr/>
        </p:nvGrpSpPr>
        <p:grpSpPr>
          <a:xfrm>
            <a:off x="-7757459" y="48068"/>
            <a:ext cx="9154886" cy="6858000"/>
            <a:chOff x="0" y="0"/>
            <a:chExt cx="9154886" cy="6858000"/>
          </a:xfrm>
        </p:grpSpPr>
        <p:sp>
          <p:nvSpPr>
            <p:cNvPr id="58" name="Rectangle 5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0" name="TextBox 59"/>
            <p:cNvSpPr txBox="1"/>
            <p:nvPr/>
          </p:nvSpPr>
          <p:spPr>
            <a:xfrm rot="16200000">
              <a:off x="7862847" y="3161578"/>
              <a:ext cx="1911825" cy="369332"/>
            </a:xfrm>
            <a:prstGeom prst="rect">
              <a:avLst/>
            </a:prstGeom>
            <a:noFill/>
          </p:spPr>
          <p:txBody>
            <a:bodyPr wrap="square" rtlCol="0">
              <a:spAutoFit/>
            </a:bodyPr>
            <a:lstStyle/>
            <a:p>
              <a:r>
                <a:rPr lang="en-US" dirty="0" smtClean="0"/>
                <a:t>Legend’s Treasure</a:t>
              </a:r>
              <a:endParaRPr lang="en-US" dirty="0"/>
            </a:p>
          </p:txBody>
        </p:sp>
      </p:grpSp>
      <p:grpSp>
        <p:nvGrpSpPr>
          <p:cNvPr id="61" name="Group 60"/>
          <p:cNvGrpSpPr/>
          <p:nvPr/>
        </p:nvGrpSpPr>
        <p:grpSpPr>
          <a:xfrm>
            <a:off x="-8336761" y="26303"/>
            <a:ext cx="9154886" cy="6858000"/>
            <a:chOff x="0" y="0"/>
            <a:chExt cx="9154886" cy="6858000"/>
          </a:xfrm>
        </p:grpSpPr>
        <p:sp>
          <p:nvSpPr>
            <p:cNvPr id="62" name="Rectangle 6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64" name="TextBox 63"/>
            <p:cNvSpPr txBox="1"/>
            <p:nvPr/>
          </p:nvSpPr>
          <p:spPr>
            <a:xfrm rot="16200000">
              <a:off x="7872702" y="3164990"/>
              <a:ext cx="1905001" cy="369332"/>
            </a:xfrm>
            <a:prstGeom prst="rect">
              <a:avLst/>
            </a:prstGeom>
            <a:noFill/>
          </p:spPr>
          <p:txBody>
            <a:bodyPr wrap="square" rtlCol="0">
              <a:spAutoFit/>
            </a:bodyPr>
            <a:lstStyle/>
            <a:p>
              <a:r>
                <a:rPr lang="en-US" dirty="0" smtClean="0"/>
                <a:t>No limits……..</a:t>
              </a:r>
              <a:endParaRPr lang="en-US" dirty="0"/>
            </a:p>
          </p:txBody>
        </p:sp>
      </p:grpSp>
      <p:pic>
        <p:nvPicPr>
          <p:cNvPr id="2" name="Picture 1"/>
          <p:cNvPicPr>
            <a:picLocks noChangeAspect="1"/>
          </p:cNvPicPr>
          <p:nvPr/>
        </p:nvPicPr>
        <p:blipFill>
          <a:blip r:embed="rId2"/>
          <a:stretch>
            <a:fillRect/>
          </a:stretch>
        </p:blipFill>
        <p:spPr>
          <a:xfrm>
            <a:off x="3879689" y="1661219"/>
            <a:ext cx="4764856" cy="4358581"/>
          </a:xfrm>
          <a:prstGeom prst="rect">
            <a:avLst/>
          </a:prstGeom>
        </p:spPr>
      </p:pic>
    </p:spTree>
    <p:extLst>
      <p:ext uri="{BB962C8B-B14F-4D97-AF65-F5344CB8AC3E}">
        <p14:creationId xmlns:p14="http://schemas.microsoft.com/office/powerpoint/2010/main" val="3604403378"/>
      </p:ext>
    </p:extLst>
  </p:cSld>
  <p:clrMapOvr>
    <a:masterClrMapping/>
  </p:clrMapOvr>
  <p:transition spd="med" advClick="0" advTm="200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3" name="Group 22"/>
          <p:cNvGrpSpPr/>
          <p:nvPr/>
        </p:nvGrpSpPr>
        <p:grpSpPr>
          <a:xfrm>
            <a:off x="-4114800" y="0"/>
            <a:ext cx="9154886" cy="6858000"/>
            <a:chOff x="0" y="0"/>
            <a:chExt cx="9154886" cy="6858000"/>
          </a:xfrm>
        </p:grpSpPr>
        <p:sp>
          <p:nvSpPr>
            <p:cNvPr id="18" name="Rectangle 1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TextBox 19"/>
            <p:cNvSpPr txBox="1"/>
            <p:nvPr/>
          </p:nvSpPr>
          <p:spPr>
            <a:xfrm rot="16200000">
              <a:off x="8145236" y="3053834"/>
              <a:ext cx="990600" cy="369332"/>
            </a:xfrm>
            <a:prstGeom prst="rect">
              <a:avLst/>
            </a:prstGeom>
            <a:noFill/>
          </p:spPr>
          <p:txBody>
            <a:bodyPr wrap="square" rtlCol="0">
              <a:spAutoFit/>
            </a:bodyPr>
            <a:lstStyle/>
            <a:p>
              <a:r>
                <a:rPr lang="en-US" dirty="0" smtClean="0"/>
                <a:t>About</a:t>
              </a:r>
              <a:endParaRPr lang="en-US" dirty="0"/>
            </a:p>
          </p:txBody>
        </p:sp>
      </p:grpSp>
      <p:grpSp>
        <p:nvGrpSpPr>
          <p:cNvPr id="32" name="Group 31"/>
          <p:cNvGrpSpPr/>
          <p:nvPr/>
        </p:nvGrpSpPr>
        <p:grpSpPr>
          <a:xfrm>
            <a:off x="-63249" y="34470"/>
            <a:ext cx="9144000" cy="6858000"/>
            <a:chOff x="0" y="0"/>
            <a:chExt cx="9144000" cy="6858000"/>
          </a:xfrm>
        </p:grpSpPr>
        <p:sp>
          <p:nvSpPr>
            <p:cNvPr id="33" name="Rectangle 32"/>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p:cNvSpPr/>
            <p:nvPr/>
          </p:nvSpPr>
          <p:spPr>
            <a:xfrm>
              <a:off x="8286041" y="2498754"/>
              <a:ext cx="848992"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5" name="TextBox 34"/>
            <p:cNvSpPr txBox="1"/>
            <p:nvPr/>
          </p:nvSpPr>
          <p:spPr>
            <a:xfrm rot="16200000">
              <a:off x="8306190" y="3209864"/>
              <a:ext cx="990600" cy="369332"/>
            </a:xfrm>
            <a:prstGeom prst="rect">
              <a:avLst/>
            </a:prstGeom>
            <a:noFill/>
          </p:spPr>
          <p:txBody>
            <a:bodyPr wrap="square" rtlCol="0">
              <a:spAutoFit/>
            </a:bodyPr>
            <a:lstStyle/>
            <a:p>
              <a:r>
                <a:rPr lang="en-US" dirty="0"/>
                <a:t>A</a:t>
              </a:r>
              <a:r>
                <a:rPr lang="en-US" dirty="0" smtClean="0"/>
                <a:t>bout</a:t>
              </a:r>
              <a:endParaRPr lang="en-US" dirty="0"/>
            </a:p>
          </p:txBody>
        </p:sp>
      </p:grpSp>
      <p:grpSp>
        <p:nvGrpSpPr>
          <p:cNvPr id="36" name="Group 35"/>
          <p:cNvGrpSpPr/>
          <p:nvPr/>
        </p:nvGrpSpPr>
        <p:grpSpPr>
          <a:xfrm>
            <a:off x="-24331" y="-26305"/>
            <a:ext cx="9196449" cy="6858000"/>
            <a:chOff x="81403" y="21763"/>
            <a:chExt cx="9196449" cy="6858000"/>
          </a:xfrm>
        </p:grpSpPr>
        <p:sp>
          <p:nvSpPr>
            <p:cNvPr id="37" name="Rectangle 36"/>
            <p:cNvSpPr/>
            <p:nvPr/>
          </p:nvSpPr>
          <p:spPr>
            <a:xfrm>
              <a:off x="81403" y="21763"/>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8526355" y="2428834"/>
              <a:ext cx="751497"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9" name="TextBox 38"/>
            <p:cNvSpPr txBox="1"/>
            <p:nvPr/>
          </p:nvSpPr>
          <p:spPr>
            <a:xfrm rot="16200000">
              <a:off x="8408907" y="3083763"/>
              <a:ext cx="990600" cy="369332"/>
            </a:xfrm>
            <a:prstGeom prst="rect">
              <a:avLst/>
            </a:prstGeom>
            <a:noFill/>
          </p:spPr>
          <p:txBody>
            <a:bodyPr wrap="square" rtlCol="0">
              <a:spAutoFit/>
            </a:bodyPr>
            <a:lstStyle/>
            <a:p>
              <a:r>
                <a:rPr lang="en-US" dirty="0" smtClean="0"/>
                <a:t>gifted</a:t>
              </a:r>
              <a:endParaRPr lang="en-US" dirty="0"/>
            </a:p>
          </p:txBody>
        </p:sp>
      </p:grpSp>
      <p:grpSp>
        <p:nvGrpSpPr>
          <p:cNvPr id="41" name="Group 40"/>
          <p:cNvGrpSpPr/>
          <p:nvPr/>
        </p:nvGrpSpPr>
        <p:grpSpPr>
          <a:xfrm>
            <a:off x="-579997" y="26295"/>
            <a:ext cx="9154886" cy="6858000"/>
            <a:chOff x="0" y="0"/>
            <a:chExt cx="9154886" cy="6858000"/>
          </a:xfrm>
        </p:grpSpPr>
        <p:sp>
          <p:nvSpPr>
            <p:cNvPr id="42" name="Rectangle 4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8283178" y="2393527"/>
              <a:ext cx="871708"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4" name="TextBox 43"/>
            <p:cNvSpPr txBox="1"/>
            <p:nvPr/>
          </p:nvSpPr>
          <p:spPr>
            <a:xfrm rot="16200000">
              <a:off x="8006052" y="3202605"/>
              <a:ext cx="1600200" cy="369332"/>
            </a:xfrm>
            <a:prstGeom prst="rect">
              <a:avLst/>
            </a:prstGeom>
            <a:noFill/>
          </p:spPr>
          <p:txBody>
            <a:bodyPr wrap="square" rtlCol="0">
              <a:spAutoFit/>
            </a:bodyPr>
            <a:lstStyle/>
            <a:p>
              <a:r>
                <a:rPr lang="en-US" dirty="0" smtClean="0"/>
                <a:t>The moment</a:t>
              </a:r>
              <a:endParaRPr lang="en-US" dirty="0"/>
            </a:p>
          </p:txBody>
        </p:sp>
      </p:grpSp>
      <p:grpSp>
        <p:nvGrpSpPr>
          <p:cNvPr id="45" name="Group 44"/>
          <p:cNvGrpSpPr/>
          <p:nvPr/>
        </p:nvGrpSpPr>
        <p:grpSpPr>
          <a:xfrm>
            <a:off x="-6053498" y="8165"/>
            <a:ext cx="9154886" cy="6858000"/>
            <a:chOff x="0" y="0"/>
            <a:chExt cx="9154886" cy="6858000"/>
          </a:xfrm>
        </p:grpSpPr>
        <p:sp>
          <p:nvSpPr>
            <p:cNvPr id="46" name="Rectangle 45"/>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8" name="TextBox 47"/>
            <p:cNvSpPr txBox="1"/>
            <p:nvPr/>
          </p:nvSpPr>
          <p:spPr>
            <a:xfrm rot="16200000">
              <a:off x="8006052" y="3202605"/>
              <a:ext cx="1600200" cy="369332"/>
            </a:xfrm>
            <a:prstGeom prst="rect">
              <a:avLst/>
            </a:prstGeom>
            <a:noFill/>
          </p:spPr>
          <p:txBody>
            <a:bodyPr wrap="square" rtlCol="0">
              <a:spAutoFit/>
            </a:bodyPr>
            <a:lstStyle/>
            <a:p>
              <a:r>
                <a:rPr lang="en-US" dirty="0" smtClean="0"/>
                <a:t>Break Down</a:t>
              </a:r>
              <a:endParaRPr lang="en-US" dirty="0"/>
            </a:p>
          </p:txBody>
        </p:sp>
      </p:grpSp>
      <p:grpSp>
        <p:nvGrpSpPr>
          <p:cNvPr id="49" name="Group 48"/>
          <p:cNvGrpSpPr/>
          <p:nvPr/>
        </p:nvGrpSpPr>
        <p:grpSpPr>
          <a:xfrm>
            <a:off x="-6598787" y="8165"/>
            <a:ext cx="9144000" cy="6858000"/>
            <a:chOff x="13704" y="-89800"/>
            <a:chExt cx="9144000" cy="6858000"/>
          </a:xfrm>
        </p:grpSpPr>
        <p:sp>
          <p:nvSpPr>
            <p:cNvPr id="50" name="Rectangle 49"/>
            <p:cNvSpPr/>
            <p:nvPr/>
          </p:nvSpPr>
          <p:spPr>
            <a:xfrm>
              <a:off x="13704" y="-8980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2" name="TextBox 51"/>
            <p:cNvSpPr txBox="1"/>
            <p:nvPr/>
          </p:nvSpPr>
          <p:spPr>
            <a:xfrm rot="16200000">
              <a:off x="8006052" y="3202605"/>
              <a:ext cx="1600200" cy="369332"/>
            </a:xfrm>
            <a:prstGeom prst="rect">
              <a:avLst/>
            </a:prstGeom>
            <a:noFill/>
          </p:spPr>
          <p:txBody>
            <a:bodyPr wrap="square" rtlCol="0">
              <a:spAutoFit/>
            </a:bodyPr>
            <a:lstStyle/>
            <a:p>
              <a:r>
                <a:rPr lang="en-US" dirty="0" smtClean="0"/>
                <a:t>Time spoke</a:t>
              </a:r>
              <a:endParaRPr lang="en-US" dirty="0"/>
            </a:p>
          </p:txBody>
        </p:sp>
      </p:grpSp>
      <p:grpSp>
        <p:nvGrpSpPr>
          <p:cNvPr id="53" name="Group 52"/>
          <p:cNvGrpSpPr/>
          <p:nvPr/>
        </p:nvGrpSpPr>
        <p:grpSpPr>
          <a:xfrm>
            <a:off x="-7237010" y="8"/>
            <a:ext cx="9154886" cy="6858000"/>
            <a:chOff x="0" y="0"/>
            <a:chExt cx="9154886" cy="6858000"/>
          </a:xfrm>
        </p:grpSpPr>
        <p:sp>
          <p:nvSpPr>
            <p:cNvPr id="54" name="Rectangle 53"/>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TextBox 55"/>
            <p:cNvSpPr txBox="1"/>
            <p:nvPr/>
          </p:nvSpPr>
          <p:spPr>
            <a:xfrm rot="16200000">
              <a:off x="7714859" y="3136806"/>
              <a:ext cx="2286000" cy="369332"/>
            </a:xfrm>
            <a:prstGeom prst="rect">
              <a:avLst/>
            </a:prstGeom>
            <a:noFill/>
          </p:spPr>
          <p:txBody>
            <a:bodyPr wrap="square" rtlCol="0">
              <a:spAutoFit/>
            </a:bodyPr>
            <a:lstStyle/>
            <a:p>
              <a:r>
                <a:rPr lang="en-US" dirty="0" smtClean="0"/>
                <a:t>History continues…..</a:t>
              </a:r>
              <a:endParaRPr lang="en-US" dirty="0"/>
            </a:p>
          </p:txBody>
        </p:sp>
      </p:grpSp>
      <p:grpSp>
        <p:nvGrpSpPr>
          <p:cNvPr id="57" name="Group 56"/>
          <p:cNvGrpSpPr/>
          <p:nvPr/>
        </p:nvGrpSpPr>
        <p:grpSpPr>
          <a:xfrm>
            <a:off x="-7757459" y="48068"/>
            <a:ext cx="9154886" cy="6858000"/>
            <a:chOff x="0" y="0"/>
            <a:chExt cx="9154886" cy="6858000"/>
          </a:xfrm>
        </p:grpSpPr>
        <p:sp>
          <p:nvSpPr>
            <p:cNvPr id="58" name="Rectangle 5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0" name="TextBox 59"/>
            <p:cNvSpPr txBox="1"/>
            <p:nvPr/>
          </p:nvSpPr>
          <p:spPr>
            <a:xfrm rot="16200000">
              <a:off x="7872705" y="3164990"/>
              <a:ext cx="1905001" cy="369332"/>
            </a:xfrm>
            <a:prstGeom prst="rect">
              <a:avLst/>
            </a:prstGeom>
            <a:noFill/>
          </p:spPr>
          <p:txBody>
            <a:bodyPr wrap="square" rtlCol="0">
              <a:spAutoFit/>
            </a:bodyPr>
            <a:lstStyle/>
            <a:p>
              <a:r>
                <a:rPr lang="en-US" dirty="0" smtClean="0"/>
                <a:t>Legend’s Treasure</a:t>
              </a:r>
              <a:endParaRPr lang="en-US" dirty="0"/>
            </a:p>
          </p:txBody>
        </p:sp>
      </p:grpSp>
      <p:grpSp>
        <p:nvGrpSpPr>
          <p:cNvPr id="61" name="Group 60"/>
          <p:cNvGrpSpPr/>
          <p:nvPr/>
        </p:nvGrpSpPr>
        <p:grpSpPr>
          <a:xfrm>
            <a:off x="-8336761" y="26303"/>
            <a:ext cx="9154886" cy="6858000"/>
            <a:chOff x="0" y="0"/>
            <a:chExt cx="9154886" cy="6858000"/>
          </a:xfrm>
        </p:grpSpPr>
        <p:sp>
          <p:nvSpPr>
            <p:cNvPr id="62" name="Rectangle 6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64" name="TextBox 63"/>
            <p:cNvSpPr txBox="1"/>
            <p:nvPr/>
          </p:nvSpPr>
          <p:spPr>
            <a:xfrm rot="16200000">
              <a:off x="7872702" y="3164990"/>
              <a:ext cx="1905001" cy="369332"/>
            </a:xfrm>
            <a:prstGeom prst="rect">
              <a:avLst/>
            </a:prstGeom>
            <a:noFill/>
          </p:spPr>
          <p:txBody>
            <a:bodyPr wrap="square" rtlCol="0">
              <a:spAutoFit/>
            </a:bodyPr>
            <a:lstStyle/>
            <a:p>
              <a:r>
                <a:rPr lang="en-US" dirty="0" smtClean="0"/>
                <a:t>No limits……..</a:t>
              </a:r>
              <a:endParaRPr lang="en-US" dirty="0"/>
            </a:p>
          </p:txBody>
        </p:sp>
      </p:grpSp>
      <p:pic>
        <p:nvPicPr>
          <p:cNvPr id="2" name="Picture 1"/>
          <p:cNvPicPr>
            <a:picLocks noChangeAspect="1"/>
          </p:cNvPicPr>
          <p:nvPr/>
        </p:nvPicPr>
        <p:blipFill>
          <a:blip r:embed="rId2"/>
          <a:stretch>
            <a:fillRect/>
          </a:stretch>
        </p:blipFill>
        <p:spPr>
          <a:xfrm>
            <a:off x="3291226" y="1447801"/>
            <a:ext cx="4740463" cy="4343400"/>
          </a:xfrm>
          <a:prstGeom prst="rect">
            <a:avLst/>
          </a:prstGeom>
        </p:spPr>
      </p:pic>
    </p:spTree>
    <p:extLst>
      <p:ext uri="{BB962C8B-B14F-4D97-AF65-F5344CB8AC3E}">
        <p14:creationId xmlns:p14="http://schemas.microsoft.com/office/powerpoint/2010/main" val="2328627817"/>
      </p:ext>
    </p:extLst>
  </p:cSld>
  <p:clrMapOvr>
    <a:masterClrMapping/>
  </p:clrMapOvr>
  <p:transition spd="med" advClick="0" advTm="2000">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3" name="Group 22"/>
          <p:cNvGrpSpPr/>
          <p:nvPr/>
        </p:nvGrpSpPr>
        <p:grpSpPr>
          <a:xfrm>
            <a:off x="-4114800" y="0"/>
            <a:ext cx="9154886" cy="6858000"/>
            <a:chOff x="0" y="0"/>
            <a:chExt cx="9154886" cy="6858000"/>
          </a:xfrm>
        </p:grpSpPr>
        <p:sp>
          <p:nvSpPr>
            <p:cNvPr id="18" name="Rectangle 1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TextBox 19"/>
            <p:cNvSpPr txBox="1"/>
            <p:nvPr/>
          </p:nvSpPr>
          <p:spPr>
            <a:xfrm rot="16200000">
              <a:off x="8145236" y="3053834"/>
              <a:ext cx="990600" cy="369332"/>
            </a:xfrm>
            <a:prstGeom prst="rect">
              <a:avLst/>
            </a:prstGeom>
            <a:noFill/>
          </p:spPr>
          <p:txBody>
            <a:bodyPr wrap="square" rtlCol="0">
              <a:spAutoFit/>
            </a:bodyPr>
            <a:lstStyle/>
            <a:p>
              <a:r>
                <a:rPr lang="en-US" dirty="0" smtClean="0"/>
                <a:t>About</a:t>
              </a:r>
              <a:endParaRPr lang="en-US" dirty="0"/>
            </a:p>
          </p:txBody>
        </p:sp>
      </p:grpSp>
      <p:grpSp>
        <p:nvGrpSpPr>
          <p:cNvPr id="36" name="Group 35"/>
          <p:cNvGrpSpPr/>
          <p:nvPr/>
        </p:nvGrpSpPr>
        <p:grpSpPr>
          <a:xfrm>
            <a:off x="138402" y="-2812"/>
            <a:ext cx="9155667" cy="6858000"/>
            <a:chOff x="81403" y="21763"/>
            <a:chExt cx="9155667" cy="6858000"/>
          </a:xfrm>
        </p:grpSpPr>
        <p:sp>
          <p:nvSpPr>
            <p:cNvPr id="37" name="Rectangle 36"/>
            <p:cNvSpPr/>
            <p:nvPr/>
          </p:nvSpPr>
          <p:spPr>
            <a:xfrm>
              <a:off x="81403" y="21763"/>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8485573" y="2456853"/>
              <a:ext cx="751497"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9" name="TextBox 38"/>
            <p:cNvSpPr txBox="1"/>
            <p:nvPr/>
          </p:nvSpPr>
          <p:spPr>
            <a:xfrm rot="16200000">
              <a:off x="8408907" y="3083763"/>
              <a:ext cx="990600" cy="369332"/>
            </a:xfrm>
            <a:prstGeom prst="rect">
              <a:avLst/>
            </a:prstGeom>
            <a:noFill/>
          </p:spPr>
          <p:txBody>
            <a:bodyPr wrap="square" rtlCol="0">
              <a:spAutoFit/>
            </a:bodyPr>
            <a:lstStyle/>
            <a:p>
              <a:r>
                <a:rPr lang="en-US" dirty="0" smtClean="0"/>
                <a:t>gifted</a:t>
              </a:r>
              <a:endParaRPr lang="en-US" dirty="0"/>
            </a:p>
          </p:txBody>
        </p:sp>
      </p:grpSp>
      <p:grpSp>
        <p:nvGrpSpPr>
          <p:cNvPr id="41" name="Group 40"/>
          <p:cNvGrpSpPr/>
          <p:nvPr/>
        </p:nvGrpSpPr>
        <p:grpSpPr>
          <a:xfrm>
            <a:off x="-287407" y="24897"/>
            <a:ext cx="9154886" cy="6858000"/>
            <a:chOff x="0" y="0"/>
            <a:chExt cx="9154886" cy="6858000"/>
          </a:xfrm>
        </p:grpSpPr>
        <p:sp>
          <p:nvSpPr>
            <p:cNvPr id="42" name="Rectangle 4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8283178" y="2393527"/>
              <a:ext cx="871708"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4" name="TextBox 43"/>
            <p:cNvSpPr txBox="1"/>
            <p:nvPr/>
          </p:nvSpPr>
          <p:spPr>
            <a:xfrm rot="16200000">
              <a:off x="8006052" y="3202605"/>
              <a:ext cx="1600200" cy="369332"/>
            </a:xfrm>
            <a:prstGeom prst="rect">
              <a:avLst/>
            </a:prstGeom>
            <a:noFill/>
          </p:spPr>
          <p:txBody>
            <a:bodyPr wrap="square" rtlCol="0">
              <a:spAutoFit/>
            </a:bodyPr>
            <a:lstStyle/>
            <a:p>
              <a:r>
                <a:rPr lang="en-US" dirty="0" smtClean="0"/>
                <a:t>The moment</a:t>
              </a:r>
              <a:endParaRPr lang="en-US" dirty="0"/>
            </a:p>
          </p:txBody>
        </p:sp>
      </p:grpSp>
      <p:grpSp>
        <p:nvGrpSpPr>
          <p:cNvPr id="45" name="Group 44"/>
          <p:cNvGrpSpPr/>
          <p:nvPr/>
        </p:nvGrpSpPr>
        <p:grpSpPr>
          <a:xfrm>
            <a:off x="-952747" y="8840"/>
            <a:ext cx="9154886" cy="6858000"/>
            <a:chOff x="0" y="0"/>
            <a:chExt cx="9154886" cy="6858000"/>
          </a:xfrm>
        </p:grpSpPr>
        <p:sp>
          <p:nvSpPr>
            <p:cNvPr id="46" name="Rectangle 45"/>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8" name="TextBox 47"/>
            <p:cNvSpPr txBox="1"/>
            <p:nvPr/>
          </p:nvSpPr>
          <p:spPr>
            <a:xfrm rot="16200000">
              <a:off x="8006052" y="3202605"/>
              <a:ext cx="1600200" cy="369332"/>
            </a:xfrm>
            <a:prstGeom prst="rect">
              <a:avLst/>
            </a:prstGeom>
            <a:noFill/>
          </p:spPr>
          <p:txBody>
            <a:bodyPr wrap="square" rtlCol="0">
              <a:spAutoFit/>
            </a:bodyPr>
            <a:lstStyle/>
            <a:p>
              <a:r>
                <a:rPr lang="en-US" dirty="0" smtClean="0"/>
                <a:t>Break Down</a:t>
              </a:r>
              <a:endParaRPr lang="en-US" dirty="0"/>
            </a:p>
          </p:txBody>
        </p:sp>
      </p:grpSp>
      <p:grpSp>
        <p:nvGrpSpPr>
          <p:cNvPr id="49" name="Group 48"/>
          <p:cNvGrpSpPr/>
          <p:nvPr/>
        </p:nvGrpSpPr>
        <p:grpSpPr>
          <a:xfrm>
            <a:off x="-6336317" y="22674"/>
            <a:ext cx="9144000" cy="6858000"/>
            <a:chOff x="13704" y="-89800"/>
            <a:chExt cx="9144000" cy="6858000"/>
          </a:xfrm>
        </p:grpSpPr>
        <p:sp>
          <p:nvSpPr>
            <p:cNvPr id="50" name="Rectangle 49"/>
            <p:cNvSpPr/>
            <p:nvPr/>
          </p:nvSpPr>
          <p:spPr>
            <a:xfrm>
              <a:off x="13704" y="-8980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2" name="TextBox 51"/>
            <p:cNvSpPr txBox="1"/>
            <p:nvPr/>
          </p:nvSpPr>
          <p:spPr>
            <a:xfrm rot="16200000">
              <a:off x="8006052" y="3202605"/>
              <a:ext cx="1600200" cy="369332"/>
            </a:xfrm>
            <a:prstGeom prst="rect">
              <a:avLst/>
            </a:prstGeom>
            <a:noFill/>
          </p:spPr>
          <p:txBody>
            <a:bodyPr wrap="square" rtlCol="0">
              <a:spAutoFit/>
            </a:bodyPr>
            <a:lstStyle/>
            <a:p>
              <a:r>
                <a:rPr lang="en-US" dirty="0" smtClean="0"/>
                <a:t>Time spoke</a:t>
              </a:r>
              <a:endParaRPr lang="en-US" dirty="0"/>
            </a:p>
          </p:txBody>
        </p:sp>
      </p:grpSp>
      <p:grpSp>
        <p:nvGrpSpPr>
          <p:cNvPr id="53" name="Group 52"/>
          <p:cNvGrpSpPr/>
          <p:nvPr/>
        </p:nvGrpSpPr>
        <p:grpSpPr>
          <a:xfrm>
            <a:off x="-6864371" y="21154"/>
            <a:ext cx="9154886" cy="6858000"/>
            <a:chOff x="0" y="0"/>
            <a:chExt cx="9154886" cy="6858000"/>
          </a:xfrm>
        </p:grpSpPr>
        <p:sp>
          <p:nvSpPr>
            <p:cNvPr id="54" name="Rectangle 53"/>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TextBox 55"/>
            <p:cNvSpPr txBox="1"/>
            <p:nvPr/>
          </p:nvSpPr>
          <p:spPr>
            <a:xfrm rot="16200000">
              <a:off x="7714859" y="3136806"/>
              <a:ext cx="2286000" cy="369332"/>
            </a:xfrm>
            <a:prstGeom prst="rect">
              <a:avLst/>
            </a:prstGeom>
            <a:noFill/>
          </p:spPr>
          <p:txBody>
            <a:bodyPr wrap="square" rtlCol="0">
              <a:spAutoFit/>
            </a:bodyPr>
            <a:lstStyle/>
            <a:p>
              <a:r>
                <a:rPr lang="en-US" dirty="0" smtClean="0"/>
                <a:t>History continues…..</a:t>
              </a:r>
              <a:endParaRPr lang="en-US" dirty="0"/>
            </a:p>
          </p:txBody>
        </p:sp>
      </p:grpSp>
      <p:grpSp>
        <p:nvGrpSpPr>
          <p:cNvPr id="57" name="Group 56"/>
          <p:cNvGrpSpPr/>
          <p:nvPr/>
        </p:nvGrpSpPr>
        <p:grpSpPr>
          <a:xfrm>
            <a:off x="-7270403" y="36508"/>
            <a:ext cx="9153357" cy="6858000"/>
            <a:chOff x="487375" y="8212"/>
            <a:chExt cx="9153357" cy="6858000"/>
          </a:xfrm>
        </p:grpSpPr>
        <p:sp>
          <p:nvSpPr>
            <p:cNvPr id="58" name="Rectangle 57"/>
            <p:cNvSpPr/>
            <p:nvPr/>
          </p:nvSpPr>
          <p:spPr>
            <a:xfrm>
              <a:off x="487375" y="8212"/>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8612032" y="2401739"/>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0" name="TextBox 59"/>
            <p:cNvSpPr txBox="1"/>
            <p:nvPr/>
          </p:nvSpPr>
          <p:spPr>
            <a:xfrm rot="16200000">
              <a:off x="8258251" y="3287266"/>
              <a:ext cx="1905001" cy="369332"/>
            </a:xfrm>
            <a:prstGeom prst="rect">
              <a:avLst/>
            </a:prstGeom>
            <a:noFill/>
          </p:spPr>
          <p:txBody>
            <a:bodyPr wrap="square" rtlCol="0">
              <a:spAutoFit/>
            </a:bodyPr>
            <a:lstStyle/>
            <a:p>
              <a:r>
                <a:rPr lang="en-US" dirty="0" smtClean="0"/>
                <a:t>Legend’s Treasure</a:t>
              </a:r>
              <a:endParaRPr lang="en-US" dirty="0"/>
            </a:p>
          </p:txBody>
        </p:sp>
      </p:grpSp>
      <p:grpSp>
        <p:nvGrpSpPr>
          <p:cNvPr id="61" name="Group 60"/>
          <p:cNvGrpSpPr/>
          <p:nvPr/>
        </p:nvGrpSpPr>
        <p:grpSpPr>
          <a:xfrm>
            <a:off x="-7809501" y="47361"/>
            <a:ext cx="9154886" cy="6858000"/>
            <a:chOff x="0" y="0"/>
            <a:chExt cx="9154886" cy="6858000"/>
          </a:xfrm>
        </p:grpSpPr>
        <p:sp>
          <p:nvSpPr>
            <p:cNvPr id="62" name="Rectangle 6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64" name="TextBox 63"/>
            <p:cNvSpPr txBox="1"/>
            <p:nvPr/>
          </p:nvSpPr>
          <p:spPr>
            <a:xfrm rot="16200000">
              <a:off x="7872702" y="3164990"/>
              <a:ext cx="1905001" cy="369332"/>
            </a:xfrm>
            <a:prstGeom prst="rect">
              <a:avLst/>
            </a:prstGeom>
            <a:noFill/>
          </p:spPr>
          <p:txBody>
            <a:bodyPr wrap="square" rtlCol="0">
              <a:spAutoFit/>
            </a:bodyPr>
            <a:lstStyle/>
            <a:p>
              <a:r>
                <a:rPr lang="en-US" dirty="0" smtClean="0"/>
                <a:t>No limits……..</a:t>
              </a:r>
              <a:endParaRPr lang="en-US" dirty="0"/>
            </a:p>
          </p:txBody>
        </p:sp>
      </p:grpSp>
      <p:sp>
        <p:nvSpPr>
          <p:cNvPr id="3" name="Rectangle 2"/>
          <p:cNvSpPr/>
          <p:nvPr/>
        </p:nvSpPr>
        <p:spPr>
          <a:xfrm>
            <a:off x="2943390" y="1264806"/>
            <a:ext cx="4572167" cy="4524315"/>
          </a:xfrm>
          <a:prstGeom prst="rect">
            <a:avLst/>
          </a:prstGeom>
        </p:spPr>
        <p:txBody>
          <a:bodyPr wrap="square">
            <a:spAutoFit/>
          </a:bodyPr>
          <a:lstStyle/>
          <a:p>
            <a:pPr marL="285750" lvl="0" indent="-285750" defTabSz="457200">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No………. it was indeed not smooth, he had injury problems – scoliosis, a curvature of the spine, affecting his hamstrings</a:t>
            </a:r>
          </a:p>
          <a:p>
            <a:pPr marL="285750" lvl="0" indent="-285750" defTabSz="457200">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Extreme nervous breakdown before the international tournament </a:t>
            </a:r>
          </a:p>
          <a:p>
            <a:pPr marL="285750" lvl="0" indent="-285750" defTabSz="457200">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Multiple injuries all through his  career did compel him to postpone his trainings at certain stages of his career.</a:t>
            </a:r>
          </a:p>
          <a:p>
            <a:pPr lvl="0" defTabSz="457200"/>
            <a:endParaRPr lang="en-US" dirty="0">
              <a:solidFill>
                <a:prstClr val="black"/>
              </a:solidFill>
              <a:latin typeface="Times New Roman" panose="02020603050405020304" pitchFamily="18" charset="0"/>
              <a:cs typeface="Times New Roman" panose="02020603050405020304" pitchFamily="18" charset="0"/>
            </a:endParaRPr>
          </a:p>
          <a:p>
            <a:pPr lvl="0" defTabSz="457200"/>
            <a:r>
              <a:rPr lang="en-US" dirty="0">
                <a:solidFill>
                  <a:prstClr val="black"/>
                </a:solidFill>
                <a:latin typeface="Times New Roman" panose="02020603050405020304" pitchFamily="18" charset="0"/>
                <a:cs typeface="Times New Roman" panose="02020603050405020304" pitchFamily="18" charset="0"/>
              </a:rPr>
              <a:t>“The workload I had leading up to the Olympics and even at the 2015 world championships meant there was so much pressure and stress that it just wasn’t fun anymore,” Bolt was quoted as saying by the Guardian.</a:t>
            </a:r>
          </a:p>
          <a:p>
            <a:pPr marL="285750" lvl="0" indent="-285750" defTabSz="457200">
              <a:buFont typeface="Arial" panose="020B0604020202020204" pitchFamily="34" charset="0"/>
              <a:buChar char="•"/>
            </a:pP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648768"/>
      </p:ext>
    </p:extLst>
  </p:cSld>
  <p:clrMapOvr>
    <a:masterClrMapping/>
  </p:clrMapOvr>
  <p:transition spd="med" advClick="0" advTm="2000">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3" name="Group 22"/>
          <p:cNvGrpSpPr/>
          <p:nvPr/>
        </p:nvGrpSpPr>
        <p:grpSpPr>
          <a:xfrm>
            <a:off x="-4114800" y="0"/>
            <a:ext cx="9154886" cy="6858000"/>
            <a:chOff x="0" y="0"/>
            <a:chExt cx="9154886" cy="6858000"/>
          </a:xfrm>
        </p:grpSpPr>
        <p:sp>
          <p:nvSpPr>
            <p:cNvPr id="18" name="Rectangle 1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TextBox 19"/>
            <p:cNvSpPr txBox="1"/>
            <p:nvPr/>
          </p:nvSpPr>
          <p:spPr>
            <a:xfrm rot="16200000">
              <a:off x="8145236" y="3053834"/>
              <a:ext cx="990600" cy="369332"/>
            </a:xfrm>
            <a:prstGeom prst="rect">
              <a:avLst/>
            </a:prstGeom>
            <a:noFill/>
          </p:spPr>
          <p:txBody>
            <a:bodyPr wrap="square" rtlCol="0">
              <a:spAutoFit/>
            </a:bodyPr>
            <a:lstStyle/>
            <a:p>
              <a:r>
                <a:rPr lang="en-US" dirty="0" smtClean="0"/>
                <a:t>About</a:t>
              </a:r>
              <a:endParaRPr lang="en-US" dirty="0"/>
            </a:p>
          </p:txBody>
        </p:sp>
      </p:grpSp>
      <p:grpSp>
        <p:nvGrpSpPr>
          <p:cNvPr id="36" name="Group 35"/>
          <p:cNvGrpSpPr/>
          <p:nvPr/>
        </p:nvGrpSpPr>
        <p:grpSpPr>
          <a:xfrm>
            <a:off x="-19093" y="-9257"/>
            <a:ext cx="9171695" cy="6858000"/>
            <a:chOff x="81403" y="21763"/>
            <a:chExt cx="9171695" cy="6858000"/>
          </a:xfrm>
        </p:grpSpPr>
        <p:sp>
          <p:nvSpPr>
            <p:cNvPr id="37" name="Rectangle 36"/>
            <p:cNvSpPr/>
            <p:nvPr/>
          </p:nvSpPr>
          <p:spPr>
            <a:xfrm>
              <a:off x="81403" y="21763"/>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8501601" y="2432372"/>
              <a:ext cx="751497"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9" name="TextBox 38"/>
            <p:cNvSpPr txBox="1"/>
            <p:nvPr/>
          </p:nvSpPr>
          <p:spPr>
            <a:xfrm rot="16200000">
              <a:off x="8408907" y="3083763"/>
              <a:ext cx="990600" cy="369332"/>
            </a:xfrm>
            <a:prstGeom prst="rect">
              <a:avLst/>
            </a:prstGeom>
            <a:noFill/>
          </p:spPr>
          <p:txBody>
            <a:bodyPr wrap="square" rtlCol="0">
              <a:spAutoFit/>
            </a:bodyPr>
            <a:lstStyle/>
            <a:p>
              <a:r>
                <a:rPr lang="en-US" dirty="0" smtClean="0"/>
                <a:t>gifted</a:t>
              </a:r>
              <a:endParaRPr lang="en-US" dirty="0"/>
            </a:p>
          </p:txBody>
        </p:sp>
      </p:grpSp>
      <p:grpSp>
        <p:nvGrpSpPr>
          <p:cNvPr id="41" name="Group 40"/>
          <p:cNvGrpSpPr/>
          <p:nvPr/>
        </p:nvGrpSpPr>
        <p:grpSpPr>
          <a:xfrm>
            <a:off x="-531888" y="-1"/>
            <a:ext cx="9154886" cy="6858000"/>
            <a:chOff x="0" y="0"/>
            <a:chExt cx="9154886" cy="6858000"/>
          </a:xfrm>
        </p:grpSpPr>
        <p:sp>
          <p:nvSpPr>
            <p:cNvPr id="42" name="Rectangle 4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8283178" y="2393527"/>
              <a:ext cx="871708"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4" name="TextBox 43"/>
            <p:cNvSpPr txBox="1"/>
            <p:nvPr/>
          </p:nvSpPr>
          <p:spPr>
            <a:xfrm rot="16200000">
              <a:off x="7984320" y="3159169"/>
              <a:ext cx="1687073" cy="369332"/>
            </a:xfrm>
            <a:prstGeom prst="rect">
              <a:avLst/>
            </a:prstGeom>
            <a:noFill/>
          </p:spPr>
          <p:txBody>
            <a:bodyPr wrap="square" rtlCol="0">
              <a:spAutoFit/>
            </a:bodyPr>
            <a:lstStyle/>
            <a:p>
              <a:r>
                <a:rPr lang="en-US" dirty="0" smtClean="0"/>
                <a:t>The moment</a:t>
              </a:r>
              <a:endParaRPr lang="en-US" dirty="0"/>
            </a:p>
          </p:txBody>
        </p:sp>
      </p:grpSp>
      <p:grpSp>
        <p:nvGrpSpPr>
          <p:cNvPr id="45" name="Group 44"/>
          <p:cNvGrpSpPr/>
          <p:nvPr/>
        </p:nvGrpSpPr>
        <p:grpSpPr>
          <a:xfrm>
            <a:off x="-1072378" y="9614"/>
            <a:ext cx="9154886" cy="6858000"/>
            <a:chOff x="0" y="0"/>
            <a:chExt cx="9154886" cy="6858000"/>
          </a:xfrm>
        </p:grpSpPr>
        <p:sp>
          <p:nvSpPr>
            <p:cNvPr id="46" name="Rectangle 45"/>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8" name="TextBox 47"/>
            <p:cNvSpPr txBox="1"/>
            <p:nvPr/>
          </p:nvSpPr>
          <p:spPr>
            <a:xfrm rot="16200000">
              <a:off x="8006052" y="3202605"/>
              <a:ext cx="1600200" cy="369332"/>
            </a:xfrm>
            <a:prstGeom prst="rect">
              <a:avLst/>
            </a:prstGeom>
            <a:noFill/>
          </p:spPr>
          <p:txBody>
            <a:bodyPr wrap="square" rtlCol="0">
              <a:spAutoFit/>
            </a:bodyPr>
            <a:lstStyle/>
            <a:p>
              <a:r>
                <a:rPr lang="en-US" dirty="0" smtClean="0"/>
                <a:t>Break Down</a:t>
              </a:r>
              <a:endParaRPr lang="en-US" dirty="0"/>
            </a:p>
          </p:txBody>
        </p:sp>
      </p:grpSp>
      <p:grpSp>
        <p:nvGrpSpPr>
          <p:cNvPr id="49" name="Group 48"/>
          <p:cNvGrpSpPr/>
          <p:nvPr/>
        </p:nvGrpSpPr>
        <p:grpSpPr>
          <a:xfrm>
            <a:off x="-1662300" y="21675"/>
            <a:ext cx="9144000" cy="6858000"/>
            <a:chOff x="13704" y="-49897"/>
            <a:chExt cx="9144000" cy="6858000"/>
          </a:xfrm>
        </p:grpSpPr>
        <p:sp>
          <p:nvSpPr>
            <p:cNvPr id="50" name="Rectangle 49"/>
            <p:cNvSpPr/>
            <p:nvPr/>
          </p:nvSpPr>
          <p:spPr>
            <a:xfrm>
              <a:off x="13704" y="-49897"/>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2" name="TextBox 51"/>
            <p:cNvSpPr txBox="1"/>
            <p:nvPr/>
          </p:nvSpPr>
          <p:spPr>
            <a:xfrm rot="16200000">
              <a:off x="8006052" y="3202605"/>
              <a:ext cx="1600200" cy="369332"/>
            </a:xfrm>
            <a:prstGeom prst="rect">
              <a:avLst/>
            </a:prstGeom>
            <a:noFill/>
          </p:spPr>
          <p:txBody>
            <a:bodyPr wrap="square" rtlCol="0">
              <a:spAutoFit/>
            </a:bodyPr>
            <a:lstStyle/>
            <a:p>
              <a:r>
                <a:rPr lang="en-US" dirty="0" smtClean="0"/>
                <a:t>Time spoke</a:t>
              </a:r>
              <a:endParaRPr lang="en-US" dirty="0"/>
            </a:p>
          </p:txBody>
        </p:sp>
      </p:grpSp>
      <p:grpSp>
        <p:nvGrpSpPr>
          <p:cNvPr id="53" name="Group 52"/>
          <p:cNvGrpSpPr/>
          <p:nvPr/>
        </p:nvGrpSpPr>
        <p:grpSpPr>
          <a:xfrm>
            <a:off x="-7237010" y="8"/>
            <a:ext cx="9154886" cy="6858000"/>
            <a:chOff x="0" y="0"/>
            <a:chExt cx="9154886" cy="6858000"/>
          </a:xfrm>
        </p:grpSpPr>
        <p:sp>
          <p:nvSpPr>
            <p:cNvPr id="54" name="Rectangle 53"/>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TextBox 55"/>
            <p:cNvSpPr txBox="1"/>
            <p:nvPr/>
          </p:nvSpPr>
          <p:spPr>
            <a:xfrm rot="16200000">
              <a:off x="7714859" y="3136806"/>
              <a:ext cx="2286000" cy="369332"/>
            </a:xfrm>
            <a:prstGeom prst="rect">
              <a:avLst/>
            </a:prstGeom>
            <a:noFill/>
          </p:spPr>
          <p:txBody>
            <a:bodyPr wrap="square" rtlCol="0">
              <a:spAutoFit/>
            </a:bodyPr>
            <a:lstStyle/>
            <a:p>
              <a:r>
                <a:rPr lang="en-US" dirty="0" smtClean="0"/>
                <a:t>History continues…..</a:t>
              </a:r>
              <a:endParaRPr lang="en-US" dirty="0"/>
            </a:p>
          </p:txBody>
        </p:sp>
      </p:grpSp>
      <p:grpSp>
        <p:nvGrpSpPr>
          <p:cNvPr id="57" name="Group 56"/>
          <p:cNvGrpSpPr/>
          <p:nvPr/>
        </p:nvGrpSpPr>
        <p:grpSpPr>
          <a:xfrm>
            <a:off x="-7757459" y="48068"/>
            <a:ext cx="9154886" cy="6858000"/>
            <a:chOff x="0" y="0"/>
            <a:chExt cx="9154886" cy="6858000"/>
          </a:xfrm>
        </p:grpSpPr>
        <p:sp>
          <p:nvSpPr>
            <p:cNvPr id="58" name="Rectangle 5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0" name="TextBox 59"/>
            <p:cNvSpPr txBox="1"/>
            <p:nvPr/>
          </p:nvSpPr>
          <p:spPr>
            <a:xfrm rot="16200000">
              <a:off x="7872702" y="3164990"/>
              <a:ext cx="1905001" cy="369332"/>
            </a:xfrm>
            <a:prstGeom prst="rect">
              <a:avLst/>
            </a:prstGeom>
            <a:noFill/>
          </p:spPr>
          <p:txBody>
            <a:bodyPr wrap="square" rtlCol="0">
              <a:spAutoFit/>
            </a:bodyPr>
            <a:lstStyle/>
            <a:p>
              <a:r>
                <a:rPr lang="en-US" dirty="0" smtClean="0"/>
                <a:t>Legend’s Treasure</a:t>
              </a:r>
              <a:endParaRPr lang="en-US" dirty="0"/>
            </a:p>
          </p:txBody>
        </p:sp>
      </p:grpSp>
      <p:grpSp>
        <p:nvGrpSpPr>
          <p:cNvPr id="61" name="Group 60"/>
          <p:cNvGrpSpPr/>
          <p:nvPr/>
        </p:nvGrpSpPr>
        <p:grpSpPr>
          <a:xfrm>
            <a:off x="-8336761" y="26303"/>
            <a:ext cx="9154886" cy="6858000"/>
            <a:chOff x="0" y="0"/>
            <a:chExt cx="9154886" cy="6858000"/>
          </a:xfrm>
        </p:grpSpPr>
        <p:sp>
          <p:nvSpPr>
            <p:cNvPr id="62" name="Rectangle 6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64" name="TextBox 63"/>
            <p:cNvSpPr txBox="1"/>
            <p:nvPr/>
          </p:nvSpPr>
          <p:spPr>
            <a:xfrm rot="16200000">
              <a:off x="7872702" y="3164990"/>
              <a:ext cx="1905001" cy="369332"/>
            </a:xfrm>
            <a:prstGeom prst="rect">
              <a:avLst/>
            </a:prstGeom>
            <a:noFill/>
          </p:spPr>
          <p:txBody>
            <a:bodyPr wrap="square" rtlCol="0">
              <a:spAutoFit/>
            </a:bodyPr>
            <a:lstStyle/>
            <a:p>
              <a:r>
                <a:rPr lang="en-US" dirty="0" smtClean="0"/>
                <a:t>No limits……..</a:t>
              </a:r>
              <a:endParaRPr lang="en-US" dirty="0"/>
            </a:p>
          </p:txBody>
        </p:sp>
      </p:grpSp>
      <p:pic>
        <p:nvPicPr>
          <p:cNvPr id="2" name="Picture 1"/>
          <p:cNvPicPr>
            <a:picLocks noChangeAspect="1"/>
          </p:cNvPicPr>
          <p:nvPr/>
        </p:nvPicPr>
        <p:blipFill>
          <a:blip r:embed="rId2"/>
          <a:stretch>
            <a:fillRect/>
          </a:stretch>
        </p:blipFill>
        <p:spPr>
          <a:xfrm>
            <a:off x="2024209" y="381000"/>
            <a:ext cx="5191399" cy="5067300"/>
          </a:xfrm>
          <a:prstGeom prst="rect">
            <a:avLst/>
          </a:prstGeom>
        </p:spPr>
      </p:pic>
    </p:spTree>
    <p:extLst>
      <p:ext uri="{BB962C8B-B14F-4D97-AF65-F5344CB8AC3E}">
        <p14:creationId xmlns:p14="http://schemas.microsoft.com/office/powerpoint/2010/main" val="3998968334"/>
      </p:ext>
    </p:extLst>
  </p:cSld>
  <p:clrMapOvr>
    <a:masterClrMapping/>
  </p:clrMapOvr>
  <p:transition spd="med" advClick="0" advTm="2000">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3" name="Group 22"/>
          <p:cNvGrpSpPr/>
          <p:nvPr/>
        </p:nvGrpSpPr>
        <p:grpSpPr>
          <a:xfrm>
            <a:off x="-4114800" y="0"/>
            <a:ext cx="9154886" cy="6858000"/>
            <a:chOff x="0" y="0"/>
            <a:chExt cx="9154886" cy="6858000"/>
          </a:xfrm>
        </p:grpSpPr>
        <p:sp>
          <p:nvSpPr>
            <p:cNvPr id="18" name="Rectangle 1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TextBox 19"/>
            <p:cNvSpPr txBox="1"/>
            <p:nvPr/>
          </p:nvSpPr>
          <p:spPr>
            <a:xfrm rot="16200000">
              <a:off x="8145236" y="3053834"/>
              <a:ext cx="990600" cy="369332"/>
            </a:xfrm>
            <a:prstGeom prst="rect">
              <a:avLst/>
            </a:prstGeom>
            <a:noFill/>
          </p:spPr>
          <p:txBody>
            <a:bodyPr wrap="square" rtlCol="0">
              <a:spAutoFit/>
            </a:bodyPr>
            <a:lstStyle/>
            <a:p>
              <a:r>
                <a:rPr lang="en-US" dirty="0" smtClean="0"/>
                <a:t>About</a:t>
              </a:r>
              <a:endParaRPr lang="en-US" dirty="0"/>
            </a:p>
          </p:txBody>
        </p:sp>
      </p:grpSp>
      <p:grpSp>
        <p:nvGrpSpPr>
          <p:cNvPr id="36" name="Group 35"/>
          <p:cNvGrpSpPr/>
          <p:nvPr/>
        </p:nvGrpSpPr>
        <p:grpSpPr>
          <a:xfrm>
            <a:off x="0" y="34273"/>
            <a:ext cx="9144000" cy="6858000"/>
            <a:chOff x="81403" y="21763"/>
            <a:chExt cx="9144000" cy="6858000"/>
          </a:xfrm>
        </p:grpSpPr>
        <p:sp>
          <p:nvSpPr>
            <p:cNvPr id="37" name="Rectangle 36"/>
            <p:cNvSpPr/>
            <p:nvPr/>
          </p:nvSpPr>
          <p:spPr>
            <a:xfrm>
              <a:off x="81403" y="21763"/>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8462205" y="2415290"/>
              <a:ext cx="751497"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9" name="TextBox 38"/>
            <p:cNvSpPr txBox="1"/>
            <p:nvPr/>
          </p:nvSpPr>
          <p:spPr>
            <a:xfrm rot="16200000">
              <a:off x="8408907" y="3083763"/>
              <a:ext cx="990600" cy="369332"/>
            </a:xfrm>
            <a:prstGeom prst="rect">
              <a:avLst/>
            </a:prstGeom>
            <a:noFill/>
          </p:spPr>
          <p:txBody>
            <a:bodyPr wrap="square" rtlCol="0">
              <a:spAutoFit/>
            </a:bodyPr>
            <a:lstStyle/>
            <a:p>
              <a:r>
                <a:rPr lang="en-US" dirty="0" smtClean="0"/>
                <a:t>gifted</a:t>
              </a:r>
              <a:endParaRPr lang="en-US" dirty="0"/>
            </a:p>
          </p:txBody>
        </p:sp>
      </p:grpSp>
      <p:grpSp>
        <p:nvGrpSpPr>
          <p:cNvPr id="41" name="Group 40"/>
          <p:cNvGrpSpPr/>
          <p:nvPr/>
        </p:nvGrpSpPr>
        <p:grpSpPr>
          <a:xfrm>
            <a:off x="-576445" y="903"/>
            <a:ext cx="9154886" cy="6858000"/>
            <a:chOff x="0" y="0"/>
            <a:chExt cx="9154886" cy="6858000"/>
          </a:xfrm>
        </p:grpSpPr>
        <p:sp>
          <p:nvSpPr>
            <p:cNvPr id="42" name="Rectangle 4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8283178" y="2393527"/>
              <a:ext cx="871708"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4" name="TextBox 43"/>
            <p:cNvSpPr txBox="1"/>
            <p:nvPr/>
          </p:nvSpPr>
          <p:spPr>
            <a:xfrm rot="16200000">
              <a:off x="8006052" y="3202605"/>
              <a:ext cx="1600200" cy="369332"/>
            </a:xfrm>
            <a:prstGeom prst="rect">
              <a:avLst/>
            </a:prstGeom>
            <a:noFill/>
          </p:spPr>
          <p:txBody>
            <a:bodyPr wrap="square" rtlCol="0">
              <a:spAutoFit/>
            </a:bodyPr>
            <a:lstStyle/>
            <a:p>
              <a:r>
                <a:rPr lang="en-US" dirty="0" smtClean="0"/>
                <a:t>The moment</a:t>
              </a:r>
              <a:endParaRPr lang="en-US" dirty="0"/>
            </a:p>
          </p:txBody>
        </p:sp>
      </p:grpSp>
      <p:grpSp>
        <p:nvGrpSpPr>
          <p:cNvPr id="45" name="Group 44"/>
          <p:cNvGrpSpPr/>
          <p:nvPr/>
        </p:nvGrpSpPr>
        <p:grpSpPr>
          <a:xfrm>
            <a:off x="-1248317" y="28493"/>
            <a:ext cx="9154886" cy="6858000"/>
            <a:chOff x="0" y="0"/>
            <a:chExt cx="9154886" cy="6858000"/>
          </a:xfrm>
        </p:grpSpPr>
        <p:sp>
          <p:nvSpPr>
            <p:cNvPr id="46" name="Rectangle 45"/>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8" name="TextBox 47"/>
            <p:cNvSpPr txBox="1"/>
            <p:nvPr/>
          </p:nvSpPr>
          <p:spPr>
            <a:xfrm rot="16200000">
              <a:off x="8006052" y="3202605"/>
              <a:ext cx="1600200" cy="369332"/>
            </a:xfrm>
            <a:prstGeom prst="rect">
              <a:avLst/>
            </a:prstGeom>
            <a:noFill/>
          </p:spPr>
          <p:txBody>
            <a:bodyPr wrap="square" rtlCol="0">
              <a:spAutoFit/>
            </a:bodyPr>
            <a:lstStyle/>
            <a:p>
              <a:r>
                <a:rPr lang="en-US" dirty="0" smtClean="0"/>
                <a:t>Break Down</a:t>
              </a:r>
              <a:endParaRPr lang="en-US" dirty="0"/>
            </a:p>
          </p:txBody>
        </p:sp>
      </p:grpSp>
      <p:grpSp>
        <p:nvGrpSpPr>
          <p:cNvPr id="49" name="Group 48"/>
          <p:cNvGrpSpPr/>
          <p:nvPr/>
        </p:nvGrpSpPr>
        <p:grpSpPr>
          <a:xfrm>
            <a:off x="-1888949" y="6683"/>
            <a:ext cx="9144000" cy="6858000"/>
            <a:chOff x="13704" y="-49897"/>
            <a:chExt cx="9144000" cy="6858000"/>
          </a:xfrm>
        </p:grpSpPr>
        <p:sp>
          <p:nvSpPr>
            <p:cNvPr id="50" name="Rectangle 49"/>
            <p:cNvSpPr/>
            <p:nvPr/>
          </p:nvSpPr>
          <p:spPr>
            <a:xfrm>
              <a:off x="13704" y="-49897"/>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2" name="TextBox 51"/>
            <p:cNvSpPr txBox="1"/>
            <p:nvPr/>
          </p:nvSpPr>
          <p:spPr>
            <a:xfrm rot="16200000">
              <a:off x="7996083" y="3181209"/>
              <a:ext cx="1642991" cy="369332"/>
            </a:xfrm>
            <a:prstGeom prst="rect">
              <a:avLst/>
            </a:prstGeom>
            <a:noFill/>
          </p:spPr>
          <p:txBody>
            <a:bodyPr wrap="square" rtlCol="0">
              <a:spAutoFit/>
            </a:bodyPr>
            <a:lstStyle/>
            <a:p>
              <a:r>
                <a:rPr lang="en-US" dirty="0" smtClean="0"/>
                <a:t>Time spoke</a:t>
              </a:r>
              <a:endParaRPr lang="en-US" dirty="0"/>
            </a:p>
          </p:txBody>
        </p:sp>
      </p:grpSp>
      <p:grpSp>
        <p:nvGrpSpPr>
          <p:cNvPr id="53" name="Group 52"/>
          <p:cNvGrpSpPr/>
          <p:nvPr/>
        </p:nvGrpSpPr>
        <p:grpSpPr>
          <a:xfrm>
            <a:off x="-2502368" y="41171"/>
            <a:ext cx="9154886" cy="6858000"/>
            <a:chOff x="0" y="0"/>
            <a:chExt cx="9154886" cy="6858000"/>
          </a:xfrm>
        </p:grpSpPr>
        <p:sp>
          <p:nvSpPr>
            <p:cNvPr id="54" name="Rectangle 53"/>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TextBox 55"/>
            <p:cNvSpPr txBox="1"/>
            <p:nvPr/>
          </p:nvSpPr>
          <p:spPr>
            <a:xfrm rot="16200000">
              <a:off x="7714859" y="3136806"/>
              <a:ext cx="2286000" cy="369332"/>
            </a:xfrm>
            <a:prstGeom prst="rect">
              <a:avLst/>
            </a:prstGeom>
            <a:noFill/>
          </p:spPr>
          <p:txBody>
            <a:bodyPr wrap="square" rtlCol="0">
              <a:spAutoFit/>
            </a:bodyPr>
            <a:lstStyle/>
            <a:p>
              <a:r>
                <a:rPr lang="en-US" dirty="0" smtClean="0"/>
                <a:t>History continues…..</a:t>
              </a:r>
              <a:endParaRPr lang="en-US" dirty="0"/>
            </a:p>
          </p:txBody>
        </p:sp>
      </p:grpSp>
      <p:grpSp>
        <p:nvGrpSpPr>
          <p:cNvPr id="57" name="Group 56"/>
          <p:cNvGrpSpPr/>
          <p:nvPr/>
        </p:nvGrpSpPr>
        <p:grpSpPr>
          <a:xfrm>
            <a:off x="-7757459" y="48068"/>
            <a:ext cx="9154886" cy="6858000"/>
            <a:chOff x="0" y="0"/>
            <a:chExt cx="9154886" cy="6858000"/>
          </a:xfrm>
        </p:grpSpPr>
        <p:sp>
          <p:nvSpPr>
            <p:cNvPr id="58" name="Rectangle 5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0" name="TextBox 59"/>
            <p:cNvSpPr txBox="1"/>
            <p:nvPr/>
          </p:nvSpPr>
          <p:spPr>
            <a:xfrm rot="16200000">
              <a:off x="7872702" y="3164990"/>
              <a:ext cx="1905001" cy="369332"/>
            </a:xfrm>
            <a:prstGeom prst="rect">
              <a:avLst/>
            </a:prstGeom>
            <a:noFill/>
          </p:spPr>
          <p:txBody>
            <a:bodyPr wrap="square" rtlCol="0">
              <a:spAutoFit/>
            </a:bodyPr>
            <a:lstStyle/>
            <a:p>
              <a:r>
                <a:rPr lang="en-US" dirty="0" smtClean="0"/>
                <a:t>Legend’s Treasure</a:t>
              </a:r>
              <a:endParaRPr lang="en-US" dirty="0"/>
            </a:p>
          </p:txBody>
        </p:sp>
      </p:grpSp>
      <p:grpSp>
        <p:nvGrpSpPr>
          <p:cNvPr id="61" name="Group 60"/>
          <p:cNvGrpSpPr/>
          <p:nvPr/>
        </p:nvGrpSpPr>
        <p:grpSpPr>
          <a:xfrm>
            <a:off x="-8336761" y="26303"/>
            <a:ext cx="9154886" cy="6858000"/>
            <a:chOff x="0" y="0"/>
            <a:chExt cx="9154886" cy="6858000"/>
          </a:xfrm>
        </p:grpSpPr>
        <p:sp>
          <p:nvSpPr>
            <p:cNvPr id="62" name="Rectangle 6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64" name="TextBox 63"/>
            <p:cNvSpPr txBox="1"/>
            <p:nvPr/>
          </p:nvSpPr>
          <p:spPr>
            <a:xfrm rot="16200000">
              <a:off x="7872702" y="3164990"/>
              <a:ext cx="1905001" cy="369332"/>
            </a:xfrm>
            <a:prstGeom prst="rect">
              <a:avLst/>
            </a:prstGeom>
            <a:noFill/>
          </p:spPr>
          <p:txBody>
            <a:bodyPr wrap="square" rtlCol="0">
              <a:spAutoFit/>
            </a:bodyPr>
            <a:lstStyle/>
            <a:p>
              <a:r>
                <a:rPr lang="en-US" dirty="0" smtClean="0"/>
                <a:t>No limits……..</a:t>
              </a:r>
              <a:endParaRPr lang="en-US" dirty="0"/>
            </a:p>
          </p:txBody>
        </p:sp>
      </p:grpSp>
      <p:pic>
        <p:nvPicPr>
          <p:cNvPr id="2" name="Picture 1"/>
          <p:cNvPicPr>
            <a:picLocks noChangeAspect="1"/>
          </p:cNvPicPr>
          <p:nvPr/>
        </p:nvPicPr>
        <p:blipFill>
          <a:blip r:embed="rId2"/>
          <a:stretch>
            <a:fillRect/>
          </a:stretch>
        </p:blipFill>
        <p:spPr>
          <a:xfrm>
            <a:off x="1451492" y="67643"/>
            <a:ext cx="4941257" cy="5562600"/>
          </a:xfrm>
          <a:prstGeom prst="rect">
            <a:avLst/>
          </a:prstGeom>
        </p:spPr>
      </p:pic>
    </p:spTree>
    <p:extLst>
      <p:ext uri="{BB962C8B-B14F-4D97-AF65-F5344CB8AC3E}">
        <p14:creationId xmlns:p14="http://schemas.microsoft.com/office/powerpoint/2010/main" val="49259617"/>
      </p:ext>
    </p:extLst>
  </p:cSld>
  <p:clrMapOvr>
    <a:masterClrMapping/>
  </p:clrMapOvr>
  <p:transition spd="med" advClick="0" advTm="2000">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3" name="Group 22"/>
          <p:cNvGrpSpPr/>
          <p:nvPr/>
        </p:nvGrpSpPr>
        <p:grpSpPr>
          <a:xfrm>
            <a:off x="-4114800" y="0"/>
            <a:ext cx="9154886" cy="6858000"/>
            <a:chOff x="0" y="0"/>
            <a:chExt cx="9154886" cy="6858000"/>
          </a:xfrm>
        </p:grpSpPr>
        <p:sp>
          <p:nvSpPr>
            <p:cNvPr id="18" name="Rectangle 1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TextBox 19"/>
            <p:cNvSpPr txBox="1"/>
            <p:nvPr/>
          </p:nvSpPr>
          <p:spPr>
            <a:xfrm rot="16200000">
              <a:off x="8145236" y="3053834"/>
              <a:ext cx="990600" cy="369332"/>
            </a:xfrm>
            <a:prstGeom prst="rect">
              <a:avLst/>
            </a:prstGeom>
            <a:noFill/>
          </p:spPr>
          <p:txBody>
            <a:bodyPr wrap="square" rtlCol="0">
              <a:spAutoFit/>
            </a:bodyPr>
            <a:lstStyle/>
            <a:p>
              <a:r>
                <a:rPr lang="en-US" dirty="0" smtClean="0"/>
                <a:t>About</a:t>
              </a:r>
              <a:endParaRPr lang="en-US" dirty="0"/>
            </a:p>
          </p:txBody>
        </p:sp>
      </p:grpSp>
      <p:grpSp>
        <p:nvGrpSpPr>
          <p:cNvPr id="36" name="Group 35"/>
          <p:cNvGrpSpPr/>
          <p:nvPr/>
        </p:nvGrpSpPr>
        <p:grpSpPr>
          <a:xfrm>
            <a:off x="-46264" y="-2732"/>
            <a:ext cx="9150117" cy="6858000"/>
            <a:chOff x="81403" y="21763"/>
            <a:chExt cx="9150117" cy="6858000"/>
          </a:xfrm>
        </p:grpSpPr>
        <p:sp>
          <p:nvSpPr>
            <p:cNvPr id="37" name="Rectangle 36"/>
            <p:cNvSpPr/>
            <p:nvPr/>
          </p:nvSpPr>
          <p:spPr>
            <a:xfrm>
              <a:off x="81403" y="21763"/>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8480023" y="2474257"/>
              <a:ext cx="751497"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9" name="TextBox 38"/>
            <p:cNvSpPr txBox="1"/>
            <p:nvPr/>
          </p:nvSpPr>
          <p:spPr>
            <a:xfrm rot="16200000">
              <a:off x="8408907" y="3083763"/>
              <a:ext cx="990600" cy="369332"/>
            </a:xfrm>
            <a:prstGeom prst="rect">
              <a:avLst/>
            </a:prstGeom>
            <a:noFill/>
          </p:spPr>
          <p:txBody>
            <a:bodyPr wrap="square" rtlCol="0">
              <a:spAutoFit/>
            </a:bodyPr>
            <a:lstStyle/>
            <a:p>
              <a:r>
                <a:rPr lang="en-US" dirty="0" smtClean="0"/>
                <a:t>gifted</a:t>
              </a:r>
              <a:endParaRPr lang="en-US" dirty="0"/>
            </a:p>
          </p:txBody>
        </p:sp>
      </p:grpSp>
      <p:grpSp>
        <p:nvGrpSpPr>
          <p:cNvPr id="41" name="Group 40"/>
          <p:cNvGrpSpPr/>
          <p:nvPr/>
        </p:nvGrpSpPr>
        <p:grpSpPr>
          <a:xfrm>
            <a:off x="-682771" y="903"/>
            <a:ext cx="9154886" cy="6858000"/>
            <a:chOff x="0" y="0"/>
            <a:chExt cx="9154886" cy="6858000"/>
          </a:xfrm>
        </p:grpSpPr>
        <p:sp>
          <p:nvSpPr>
            <p:cNvPr id="42" name="Rectangle 4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8283178" y="2393527"/>
              <a:ext cx="871708"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4" name="TextBox 43"/>
            <p:cNvSpPr txBox="1"/>
            <p:nvPr/>
          </p:nvSpPr>
          <p:spPr>
            <a:xfrm rot="16200000">
              <a:off x="8006052" y="3202605"/>
              <a:ext cx="1600200" cy="369332"/>
            </a:xfrm>
            <a:prstGeom prst="rect">
              <a:avLst/>
            </a:prstGeom>
            <a:noFill/>
          </p:spPr>
          <p:txBody>
            <a:bodyPr wrap="square" rtlCol="0">
              <a:spAutoFit/>
            </a:bodyPr>
            <a:lstStyle/>
            <a:p>
              <a:r>
                <a:rPr lang="en-US" dirty="0" smtClean="0"/>
                <a:t>The moment</a:t>
              </a:r>
              <a:endParaRPr lang="en-US" dirty="0"/>
            </a:p>
          </p:txBody>
        </p:sp>
      </p:grpSp>
      <p:grpSp>
        <p:nvGrpSpPr>
          <p:cNvPr id="45" name="Group 44"/>
          <p:cNvGrpSpPr/>
          <p:nvPr/>
        </p:nvGrpSpPr>
        <p:grpSpPr>
          <a:xfrm>
            <a:off x="-1298326" y="61863"/>
            <a:ext cx="9154886" cy="6858000"/>
            <a:chOff x="0" y="0"/>
            <a:chExt cx="9154886" cy="6858000"/>
          </a:xfrm>
        </p:grpSpPr>
        <p:sp>
          <p:nvSpPr>
            <p:cNvPr id="46" name="Rectangle 45"/>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8" name="TextBox 47"/>
            <p:cNvSpPr txBox="1"/>
            <p:nvPr/>
          </p:nvSpPr>
          <p:spPr>
            <a:xfrm rot="16200000">
              <a:off x="8006052" y="3202605"/>
              <a:ext cx="1600200" cy="369332"/>
            </a:xfrm>
            <a:prstGeom prst="rect">
              <a:avLst/>
            </a:prstGeom>
            <a:noFill/>
          </p:spPr>
          <p:txBody>
            <a:bodyPr wrap="square" rtlCol="0">
              <a:spAutoFit/>
            </a:bodyPr>
            <a:lstStyle/>
            <a:p>
              <a:r>
                <a:rPr lang="en-US" dirty="0" smtClean="0"/>
                <a:t>Break Down</a:t>
              </a:r>
              <a:endParaRPr lang="en-US" dirty="0"/>
            </a:p>
          </p:txBody>
        </p:sp>
      </p:grpSp>
      <p:grpSp>
        <p:nvGrpSpPr>
          <p:cNvPr id="49" name="Group 48"/>
          <p:cNvGrpSpPr/>
          <p:nvPr/>
        </p:nvGrpSpPr>
        <p:grpSpPr>
          <a:xfrm>
            <a:off x="-1865149" y="48068"/>
            <a:ext cx="9144000" cy="6858000"/>
            <a:chOff x="13704" y="-49897"/>
            <a:chExt cx="9144000" cy="6858000"/>
          </a:xfrm>
        </p:grpSpPr>
        <p:sp>
          <p:nvSpPr>
            <p:cNvPr id="50" name="Rectangle 49"/>
            <p:cNvSpPr/>
            <p:nvPr/>
          </p:nvSpPr>
          <p:spPr>
            <a:xfrm>
              <a:off x="13704" y="-49897"/>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2" name="TextBox 51"/>
            <p:cNvSpPr txBox="1"/>
            <p:nvPr/>
          </p:nvSpPr>
          <p:spPr>
            <a:xfrm rot="16200000">
              <a:off x="8006052" y="3202605"/>
              <a:ext cx="1600200" cy="369332"/>
            </a:xfrm>
            <a:prstGeom prst="rect">
              <a:avLst/>
            </a:prstGeom>
            <a:noFill/>
          </p:spPr>
          <p:txBody>
            <a:bodyPr wrap="square" rtlCol="0">
              <a:spAutoFit/>
            </a:bodyPr>
            <a:lstStyle/>
            <a:p>
              <a:r>
                <a:rPr lang="en-US" dirty="0" smtClean="0"/>
                <a:t>Time spoke</a:t>
              </a:r>
              <a:endParaRPr lang="en-US" dirty="0"/>
            </a:p>
          </p:txBody>
        </p:sp>
      </p:grpSp>
      <p:grpSp>
        <p:nvGrpSpPr>
          <p:cNvPr id="53" name="Group 52"/>
          <p:cNvGrpSpPr/>
          <p:nvPr/>
        </p:nvGrpSpPr>
        <p:grpSpPr>
          <a:xfrm>
            <a:off x="-2480704" y="20133"/>
            <a:ext cx="9154886" cy="6858000"/>
            <a:chOff x="0" y="0"/>
            <a:chExt cx="9154886" cy="6858000"/>
          </a:xfrm>
        </p:grpSpPr>
        <p:sp>
          <p:nvSpPr>
            <p:cNvPr id="54" name="Rectangle 53"/>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TextBox 55"/>
            <p:cNvSpPr txBox="1"/>
            <p:nvPr/>
          </p:nvSpPr>
          <p:spPr>
            <a:xfrm rot="16200000">
              <a:off x="7714859" y="3136806"/>
              <a:ext cx="2286000" cy="369332"/>
            </a:xfrm>
            <a:prstGeom prst="rect">
              <a:avLst/>
            </a:prstGeom>
            <a:noFill/>
          </p:spPr>
          <p:txBody>
            <a:bodyPr wrap="square" rtlCol="0">
              <a:spAutoFit/>
            </a:bodyPr>
            <a:lstStyle/>
            <a:p>
              <a:r>
                <a:rPr lang="en-US" dirty="0" smtClean="0"/>
                <a:t>History continues…..</a:t>
              </a:r>
              <a:endParaRPr lang="en-US" dirty="0"/>
            </a:p>
          </p:txBody>
        </p:sp>
      </p:grpSp>
      <p:grpSp>
        <p:nvGrpSpPr>
          <p:cNvPr id="57" name="Group 56"/>
          <p:cNvGrpSpPr/>
          <p:nvPr/>
        </p:nvGrpSpPr>
        <p:grpSpPr>
          <a:xfrm>
            <a:off x="-3328611" y="48068"/>
            <a:ext cx="9154886" cy="6858000"/>
            <a:chOff x="0" y="0"/>
            <a:chExt cx="9154886" cy="6858000"/>
          </a:xfrm>
        </p:grpSpPr>
        <p:sp>
          <p:nvSpPr>
            <p:cNvPr id="58" name="Rectangle 5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0" name="TextBox 59"/>
            <p:cNvSpPr txBox="1"/>
            <p:nvPr/>
          </p:nvSpPr>
          <p:spPr>
            <a:xfrm rot="16200000">
              <a:off x="7872702" y="3164990"/>
              <a:ext cx="1905001" cy="369332"/>
            </a:xfrm>
            <a:prstGeom prst="rect">
              <a:avLst/>
            </a:prstGeom>
            <a:noFill/>
          </p:spPr>
          <p:txBody>
            <a:bodyPr wrap="square" rtlCol="0">
              <a:spAutoFit/>
            </a:bodyPr>
            <a:lstStyle/>
            <a:p>
              <a:r>
                <a:rPr lang="en-US" dirty="0" smtClean="0"/>
                <a:t>Legend’s Treasure</a:t>
              </a:r>
              <a:endParaRPr lang="en-US" dirty="0"/>
            </a:p>
          </p:txBody>
        </p:sp>
      </p:grpSp>
      <p:grpSp>
        <p:nvGrpSpPr>
          <p:cNvPr id="61" name="Group 60"/>
          <p:cNvGrpSpPr/>
          <p:nvPr/>
        </p:nvGrpSpPr>
        <p:grpSpPr>
          <a:xfrm>
            <a:off x="-8336761" y="26303"/>
            <a:ext cx="9154886" cy="6858000"/>
            <a:chOff x="0" y="0"/>
            <a:chExt cx="9154886" cy="6858000"/>
          </a:xfrm>
        </p:grpSpPr>
        <p:sp>
          <p:nvSpPr>
            <p:cNvPr id="62" name="Rectangle 6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64" name="TextBox 63"/>
            <p:cNvSpPr txBox="1"/>
            <p:nvPr/>
          </p:nvSpPr>
          <p:spPr>
            <a:xfrm rot="16200000">
              <a:off x="7872702" y="3164990"/>
              <a:ext cx="1905001" cy="369332"/>
            </a:xfrm>
            <a:prstGeom prst="rect">
              <a:avLst/>
            </a:prstGeom>
            <a:noFill/>
          </p:spPr>
          <p:txBody>
            <a:bodyPr wrap="square" rtlCol="0">
              <a:spAutoFit/>
            </a:bodyPr>
            <a:lstStyle/>
            <a:p>
              <a:r>
                <a:rPr lang="en-US" dirty="0" smtClean="0"/>
                <a:t>No limits……..</a:t>
              </a:r>
              <a:endParaRPr lang="en-US" dirty="0"/>
            </a:p>
          </p:txBody>
        </p:sp>
      </p:grpSp>
      <p:pic>
        <p:nvPicPr>
          <p:cNvPr id="2" name="Picture 1"/>
          <p:cNvPicPr>
            <a:picLocks noChangeAspect="1"/>
          </p:cNvPicPr>
          <p:nvPr/>
        </p:nvPicPr>
        <p:blipFill>
          <a:blip r:embed="rId2"/>
          <a:stretch>
            <a:fillRect/>
          </a:stretch>
        </p:blipFill>
        <p:spPr>
          <a:xfrm>
            <a:off x="664670" y="0"/>
            <a:ext cx="5150719" cy="6813370"/>
          </a:xfrm>
          <a:prstGeom prst="rect">
            <a:avLst/>
          </a:prstGeom>
        </p:spPr>
      </p:pic>
    </p:spTree>
    <p:extLst>
      <p:ext uri="{BB962C8B-B14F-4D97-AF65-F5344CB8AC3E}">
        <p14:creationId xmlns:p14="http://schemas.microsoft.com/office/powerpoint/2010/main" val="522292367"/>
      </p:ext>
    </p:extLst>
  </p:cSld>
  <p:clrMapOvr>
    <a:masterClrMapping/>
  </p:clrMapOvr>
  <p:transition spd="med" advClick="0" advTm="2000">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3" name="Group 22"/>
          <p:cNvGrpSpPr/>
          <p:nvPr/>
        </p:nvGrpSpPr>
        <p:grpSpPr>
          <a:xfrm>
            <a:off x="-1745806" y="0"/>
            <a:ext cx="6785891" cy="6858000"/>
            <a:chOff x="0" y="0"/>
            <a:chExt cx="9154886" cy="6858000"/>
          </a:xfrm>
        </p:grpSpPr>
        <p:sp>
          <p:nvSpPr>
            <p:cNvPr id="18" name="Rectangle 1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TextBox 19"/>
            <p:cNvSpPr txBox="1"/>
            <p:nvPr/>
          </p:nvSpPr>
          <p:spPr>
            <a:xfrm rot="16200000">
              <a:off x="8145236" y="3053834"/>
              <a:ext cx="990600" cy="369332"/>
            </a:xfrm>
            <a:prstGeom prst="rect">
              <a:avLst/>
            </a:prstGeom>
            <a:noFill/>
          </p:spPr>
          <p:txBody>
            <a:bodyPr wrap="square" rtlCol="0">
              <a:spAutoFit/>
            </a:bodyPr>
            <a:lstStyle/>
            <a:p>
              <a:r>
                <a:rPr lang="en-US" dirty="0" smtClean="0"/>
                <a:t>About</a:t>
              </a:r>
              <a:endParaRPr lang="en-US" dirty="0"/>
            </a:p>
          </p:txBody>
        </p:sp>
      </p:grpSp>
      <p:grpSp>
        <p:nvGrpSpPr>
          <p:cNvPr id="36" name="Group 35"/>
          <p:cNvGrpSpPr/>
          <p:nvPr/>
        </p:nvGrpSpPr>
        <p:grpSpPr>
          <a:xfrm>
            <a:off x="112755" y="18362"/>
            <a:ext cx="9144000" cy="6858000"/>
            <a:chOff x="81403" y="21763"/>
            <a:chExt cx="9144000" cy="6858000"/>
          </a:xfrm>
        </p:grpSpPr>
        <p:sp>
          <p:nvSpPr>
            <p:cNvPr id="37" name="Rectangle 36"/>
            <p:cNvSpPr/>
            <p:nvPr/>
          </p:nvSpPr>
          <p:spPr>
            <a:xfrm>
              <a:off x="81403" y="21763"/>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8464604" y="2497644"/>
              <a:ext cx="751497"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9" name="TextBox 38"/>
            <p:cNvSpPr txBox="1"/>
            <p:nvPr/>
          </p:nvSpPr>
          <p:spPr>
            <a:xfrm rot="16200000">
              <a:off x="8408907" y="3083763"/>
              <a:ext cx="990600" cy="369332"/>
            </a:xfrm>
            <a:prstGeom prst="rect">
              <a:avLst/>
            </a:prstGeom>
            <a:noFill/>
          </p:spPr>
          <p:txBody>
            <a:bodyPr wrap="square" rtlCol="0">
              <a:spAutoFit/>
            </a:bodyPr>
            <a:lstStyle/>
            <a:p>
              <a:r>
                <a:rPr lang="en-US" dirty="0" smtClean="0"/>
                <a:t>gifted</a:t>
              </a:r>
              <a:endParaRPr lang="en-US" dirty="0"/>
            </a:p>
          </p:txBody>
        </p:sp>
      </p:grpSp>
      <p:grpSp>
        <p:nvGrpSpPr>
          <p:cNvPr id="41" name="Group 40"/>
          <p:cNvGrpSpPr/>
          <p:nvPr/>
        </p:nvGrpSpPr>
        <p:grpSpPr>
          <a:xfrm>
            <a:off x="-402950" y="19497"/>
            <a:ext cx="9154886" cy="6858000"/>
            <a:chOff x="0" y="0"/>
            <a:chExt cx="9154886" cy="6858000"/>
          </a:xfrm>
        </p:grpSpPr>
        <p:sp>
          <p:nvSpPr>
            <p:cNvPr id="42" name="Rectangle 41"/>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8283178" y="2393527"/>
              <a:ext cx="871708"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4" name="TextBox 43"/>
            <p:cNvSpPr txBox="1"/>
            <p:nvPr/>
          </p:nvSpPr>
          <p:spPr>
            <a:xfrm rot="16200000">
              <a:off x="8006052" y="3202605"/>
              <a:ext cx="1600200" cy="369332"/>
            </a:xfrm>
            <a:prstGeom prst="rect">
              <a:avLst/>
            </a:prstGeom>
            <a:noFill/>
          </p:spPr>
          <p:txBody>
            <a:bodyPr wrap="square" rtlCol="0">
              <a:spAutoFit/>
            </a:bodyPr>
            <a:lstStyle/>
            <a:p>
              <a:r>
                <a:rPr lang="en-US" dirty="0" smtClean="0"/>
                <a:t>The moment</a:t>
              </a:r>
              <a:endParaRPr lang="en-US" dirty="0"/>
            </a:p>
          </p:txBody>
        </p:sp>
      </p:grpSp>
      <p:grpSp>
        <p:nvGrpSpPr>
          <p:cNvPr id="45" name="Group 44"/>
          <p:cNvGrpSpPr/>
          <p:nvPr/>
        </p:nvGrpSpPr>
        <p:grpSpPr>
          <a:xfrm>
            <a:off x="-947236" y="-9257"/>
            <a:ext cx="9154886" cy="6858000"/>
            <a:chOff x="0" y="0"/>
            <a:chExt cx="9154886" cy="6858000"/>
          </a:xfrm>
        </p:grpSpPr>
        <p:sp>
          <p:nvSpPr>
            <p:cNvPr id="46" name="Rectangle 45"/>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8" name="TextBox 47"/>
            <p:cNvSpPr txBox="1"/>
            <p:nvPr/>
          </p:nvSpPr>
          <p:spPr>
            <a:xfrm rot="16200000">
              <a:off x="8006052" y="3202605"/>
              <a:ext cx="1600200" cy="369332"/>
            </a:xfrm>
            <a:prstGeom prst="rect">
              <a:avLst/>
            </a:prstGeom>
            <a:noFill/>
          </p:spPr>
          <p:txBody>
            <a:bodyPr wrap="square" rtlCol="0">
              <a:spAutoFit/>
            </a:bodyPr>
            <a:lstStyle/>
            <a:p>
              <a:r>
                <a:rPr lang="en-US" dirty="0" smtClean="0"/>
                <a:t>Break Down</a:t>
              </a:r>
              <a:endParaRPr lang="en-US" dirty="0"/>
            </a:p>
          </p:txBody>
        </p:sp>
      </p:grpSp>
      <p:grpSp>
        <p:nvGrpSpPr>
          <p:cNvPr id="49" name="Group 48"/>
          <p:cNvGrpSpPr/>
          <p:nvPr/>
        </p:nvGrpSpPr>
        <p:grpSpPr>
          <a:xfrm>
            <a:off x="-1443795" y="48068"/>
            <a:ext cx="9144000" cy="6858000"/>
            <a:chOff x="13704" y="-49897"/>
            <a:chExt cx="9144000" cy="6858000"/>
          </a:xfrm>
        </p:grpSpPr>
        <p:sp>
          <p:nvSpPr>
            <p:cNvPr id="50" name="Rectangle 49"/>
            <p:cNvSpPr/>
            <p:nvPr/>
          </p:nvSpPr>
          <p:spPr>
            <a:xfrm>
              <a:off x="13704" y="-49897"/>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2" name="TextBox 51"/>
            <p:cNvSpPr txBox="1"/>
            <p:nvPr/>
          </p:nvSpPr>
          <p:spPr>
            <a:xfrm rot="16200000">
              <a:off x="8006052" y="3202605"/>
              <a:ext cx="1600200" cy="369332"/>
            </a:xfrm>
            <a:prstGeom prst="rect">
              <a:avLst/>
            </a:prstGeom>
            <a:noFill/>
          </p:spPr>
          <p:txBody>
            <a:bodyPr wrap="square" rtlCol="0">
              <a:spAutoFit/>
            </a:bodyPr>
            <a:lstStyle/>
            <a:p>
              <a:r>
                <a:rPr lang="en-US" dirty="0" smtClean="0"/>
                <a:t>Time spoke</a:t>
              </a:r>
              <a:endParaRPr lang="en-US" dirty="0"/>
            </a:p>
          </p:txBody>
        </p:sp>
      </p:grpSp>
      <p:grpSp>
        <p:nvGrpSpPr>
          <p:cNvPr id="53" name="Group 52"/>
          <p:cNvGrpSpPr/>
          <p:nvPr/>
        </p:nvGrpSpPr>
        <p:grpSpPr>
          <a:xfrm>
            <a:off x="-1446614" y="40098"/>
            <a:ext cx="8641999" cy="6858000"/>
            <a:chOff x="0" y="0"/>
            <a:chExt cx="9154886" cy="6858000"/>
          </a:xfrm>
        </p:grpSpPr>
        <p:sp>
          <p:nvSpPr>
            <p:cNvPr id="54" name="Rectangle 53"/>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TextBox 55"/>
            <p:cNvSpPr txBox="1"/>
            <p:nvPr/>
          </p:nvSpPr>
          <p:spPr>
            <a:xfrm rot="16200000">
              <a:off x="7714859" y="3136806"/>
              <a:ext cx="2286000" cy="369332"/>
            </a:xfrm>
            <a:prstGeom prst="rect">
              <a:avLst/>
            </a:prstGeom>
            <a:noFill/>
          </p:spPr>
          <p:txBody>
            <a:bodyPr wrap="square" rtlCol="0">
              <a:spAutoFit/>
            </a:bodyPr>
            <a:lstStyle/>
            <a:p>
              <a:r>
                <a:rPr lang="en-US" dirty="0" smtClean="0"/>
                <a:t>History continues…..</a:t>
              </a:r>
              <a:endParaRPr lang="en-US" dirty="0"/>
            </a:p>
          </p:txBody>
        </p:sp>
      </p:grpSp>
      <p:grpSp>
        <p:nvGrpSpPr>
          <p:cNvPr id="57" name="Group 56"/>
          <p:cNvGrpSpPr/>
          <p:nvPr/>
        </p:nvGrpSpPr>
        <p:grpSpPr>
          <a:xfrm>
            <a:off x="-1491522" y="37627"/>
            <a:ext cx="8065416" cy="6858000"/>
            <a:chOff x="0" y="0"/>
            <a:chExt cx="9154886" cy="6858000"/>
          </a:xfrm>
        </p:grpSpPr>
        <p:sp>
          <p:nvSpPr>
            <p:cNvPr id="58" name="Rectangle 57"/>
            <p:cNvSpPr/>
            <p:nvPr/>
          </p:nvSpPr>
          <p:spPr>
            <a:xfrm>
              <a:off x="0" y="0"/>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0" name="TextBox 59"/>
            <p:cNvSpPr txBox="1"/>
            <p:nvPr/>
          </p:nvSpPr>
          <p:spPr>
            <a:xfrm rot="16200000">
              <a:off x="7872702" y="3164990"/>
              <a:ext cx="1905001" cy="369332"/>
            </a:xfrm>
            <a:prstGeom prst="rect">
              <a:avLst/>
            </a:prstGeom>
            <a:noFill/>
          </p:spPr>
          <p:txBody>
            <a:bodyPr wrap="square" rtlCol="0">
              <a:spAutoFit/>
            </a:bodyPr>
            <a:lstStyle/>
            <a:p>
              <a:r>
                <a:rPr lang="en-US" dirty="0" smtClean="0"/>
                <a:t>Legend’s Treasure</a:t>
              </a:r>
              <a:endParaRPr lang="en-US" dirty="0"/>
            </a:p>
          </p:txBody>
        </p:sp>
      </p:grpSp>
      <p:grpSp>
        <p:nvGrpSpPr>
          <p:cNvPr id="61" name="Group 60"/>
          <p:cNvGrpSpPr/>
          <p:nvPr/>
        </p:nvGrpSpPr>
        <p:grpSpPr>
          <a:xfrm>
            <a:off x="-1246429" y="7920"/>
            <a:ext cx="7223527" cy="6858000"/>
            <a:chOff x="-161" y="-1"/>
            <a:chExt cx="9155047" cy="6858000"/>
          </a:xfrm>
        </p:grpSpPr>
        <p:sp>
          <p:nvSpPr>
            <p:cNvPr id="62" name="Rectangle 61"/>
            <p:cNvSpPr/>
            <p:nvPr/>
          </p:nvSpPr>
          <p:spPr>
            <a:xfrm>
              <a:off x="-161" y="-1"/>
              <a:ext cx="9144000" cy="6858000"/>
            </a:xfrm>
            <a:prstGeom prst="rect">
              <a:avLst/>
            </a:prstGeom>
            <a:solidFill>
              <a:schemeClr val="bg2"/>
            </a:solidFill>
            <a:ln>
              <a:noFill/>
            </a:ln>
            <a:effectLst>
              <a:outerShdw blurRad="215900" dist="38100" sx="101000" sy="101000" algn="ctr" rotWithShape="0">
                <a:schemeClr val="tx1">
                  <a:lumMod val="65000"/>
                  <a:lumOff val="3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8126186" y="2393527"/>
              <a:ext cx="1028700" cy="2070945"/>
            </a:xfrm>
            <a:custGeom>
              <a:avLst/>
              <a:gdLst>
                <a:gd name="connsiteX0" fmla="*/ 1028700 w 1028700"/>
                <a:gd name="connsiteY0" fmla="*/ 0 h 2505843"/>
                <a:gd name="connsiteX1" fmla="*/ 1028700 w 1028700"/>
                <a:gd name="connsiteY1" fmla="*/ 2505843 h 2505843"/>
                <a:gd name="connsiteX2" fmla="*/ 991931 w 1028700"/>
                <a:gd name="connsiteY2" fmla="*/ 2503730 h 2505843"/>
                <a:gd name="connsiteX3" fmla="*/ 0 w 1028700"/>
                <a:gd name="connsiteY3" fmla="*/ 1252921 h 2505843"/>
                <a:gd name="connsiteX4" fmla="*/ 991931 w 1028700"/>
                <a:gd name="connsiteY4" fmla="*/ 2112 h 250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2505843">
                  <a:moveTo>
                    <a:pt x="1028700" y="0"/>
                  </a:moveTo>
                  <a:lnTo>
                    <a:pt x="1028700" y="2505843"/>
                  </a:lnTo>
                  <a:lnTo>
                    <a:pt x="991931" y="2503730"/>
                  </a:lnTo>
                  <a:cubicBezTo>
                    <a:pt x="434778" y="2439344"/>
                    <a:pt x="0" y="1903910"/>
                    <a:pt x="0" y="1252921"/>
                  </a:cubicBezTo>
                  <a:cubicBezTo>
                    <a:pt x="0" y="601932"/>
                    <a:pt x="434778" y="66499"/>
                    <a:pt x="991931" y="2112"/>
                  </a:cubicBezTo>
                  <a:close/>
                </a:path>
              </a:pathLst>
            </a:cu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64" name="TextBox 63"/>
            <p:cNvSpPr txBox="1"/>
            <p:nvPr/>
          </p:nvSpPr>
          <p:spPr>
            <a:xfrm rot="16200000">
              <a:off x="7872702" y="3164990"/>
              <a:ext cx="1905001" cy="369332"/>
            </a:xfrm>
            <a:prstGeom prst="rect">
              <a:avLst/>
            </a:prstGeom>
            <a:noFill/>
          </p:spPr>
          <p:txBody>
            <a:bodyPr wrap="square" rtlCol="0">
              <a:spAutoFit/>
            </a:bodyPr>
            <a:lstStyle/>
            <a:p>
              <a:r>
                <a:rPr lang="en-US" dirty="0" smtClean="0"/>
                <a:t>No limits……..</a:t>
              </a:r>
              <a:endParaRPr lang="en-US" dirty="0"/>
            </a:p>
          </p:txBody>
        </p:sp>
      </p:grpSp>
      <p:pic>
        <p:nvPicPr>
          <p:cNvPr id="40" name="Picture 6" descr="Image result for bolt quo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452" y="2259"/>
            <a:ext cx="6895557" cy="6883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090663"/>
      </p:ext>
    </p:extLst>
  </p:cSld>
  <p:clrMapOvr>
    <a:masterClrMapping/>
  </p:clrMapOvr>
  <p:transition spd="med" advClick="0" advTm="2000">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F2C8641-3215-404E-9B80-8FF5E7E1EB0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SmartArt graphic with pictures and texture background</Template>
  <TotalTime>0</TotalTime>
  <Words>220</Words>
  <Application>Microsoft Office PowerPoint</Application>
  <PresentationFormat>On-screen Show (4:3)</PresentationFormat>
  <Paragraphs>69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2020-02-19T17:10:54Z</dcterms:created>
  <dcterms:modified xsi:type="dcterms:W3CDTF">2020-02-21T12:22:14Z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TC020116359991</vt:lpwstr>
  </property>
</Properties>
</file>