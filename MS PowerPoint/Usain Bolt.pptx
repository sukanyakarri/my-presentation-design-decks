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392224409448821E-2"/>
          <c:y val="0.1101562432236563"/>
          <c:w val="0.91860777559055118"/>
          <c:h val="0.888094987198881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2012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1-440F-855E-7FD8C60150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silver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2012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71-440F-855E-7FD8C60150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Bronze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2012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71-440F-855E-7FD8C60150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489616400"/>
        <c:axId val="435938272"/>
      </c:barChart>
      <c:catAx>
        <c:axId val="4896164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938272"/>
        <c:crosses val="autoZero"/>
        <c:auto val="1"/>
        <c:lblAlgn val="ctr"/>
        <c:lblOffset val="100"/>
        <c:noMultiLvlLbl val="0"/>
      </c:catAx>
      <c:valAx>
        <c:axId val="4359382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9616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3722246315597462"/>
          <c:y val="0.63146512186495851"/>
          <c:w val="0.24166099988748727"/>
          <c:h val="5.92861155083490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B37F1C-C214-421B-959B-AFB4FBDA6F84}" type="doc">
      <dgm:prSet loTypeId="urn:microsoft.com/office/officeart/2008/layout/CircularPictureCallout" loCatId="picture" qsTypeId="urn:microsoft.com/office/officeart/2005/8/quickstyle/3d1" qsCatId="3D" csTypeId="urn:microsoft.com/office/officeart/2005/8/colors/accent1_2" csCatId="accent1" phldr="1"/>
      <dgm:spPr/>
    </dgm:pt>
    <dgm:pt modelId="{D92582A9-B4E6-44CF-AAD0-0067B3DE2E28}">
      <dgm:prSet phldrT="[Text]"/>
      <dgm:spPr/>
      <dgm:t>
        <a:bodyPr/>
        <a:lstStyle/>
        <a:p>
          <a:r>
            <a:rPr lang="en-US" dirty="0"/>
            <a:t>yes</a:t>
          </a:r>
        </a:p>
      </dgm:t>
    </dgm:pt>
    <dgm:pt modelId="{CFB1CABC-C551-4F3B-B718-61541F27936D}" type="parTrans" cxnId="{9B3B5D1B-4808-4ABB-B03F-0400427C4028}">
      <dgm:prSet/>
      <dgm:spPr/>
      <dgm:t>
        <a:bodyPr/>
        <a:lstStyle/>
        <a:p>
          <a:endParaRPr lang="en-US"/>
        </a:p>
      </dgm:t>
    </dgm:pt>
    <dgm:pt modelId="{7CCFE891-A753-48EE-BB62-AA2518B7EB78}" type="sibTrans" cxnId="{9B3B5D1B-4808-4ABB-B03F-0400427C4028}">
      <dgm:prSet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C8DECF7-14BC-486E-9821-3C14CDC93B40}" type="pres">
      <dgm:prSet presAssocID="{34B37F1C-C214-421B-959B-AFB4FBDA6F84}" presName="Name0" presStyleCnt="0">
        <dgm:presLayoutVars>
          <dgm:chMax val="7"/>
          <dgm:chPref val="7"/>
          <dgm:dir/>
        </dgm:presLayoutVars>
      </dgm:prSet>
      <dgm:spPr/>
    </dgm:pt>
    <dgm:pt modelId="{96829F7A-3552-4477-86B7-BAFB396DE308}" type="pres">
      <dgm:prSet presAssocID="{34B37F1C-C214-421B-959B-AFB4FBDA6F84}" presName="Name1" presStyleCnt="0"/>
      <dgm:spPr/>
    </dgm:pt>
    <dgm:pt modelId="{BA2B92C2-446B-4A3F-935A-AD1467F834D9}" type="pres">
      <dgm:prSet presAssocID="{7CCFE891-A753-48EE-BB62-AA2518B7EB78}" presName="picture_1" presStyleCnt="0"/>
      <dgm:spPr/>
    </dgm:pt>
    <dgm:pt modelId="{3DF8E764-8551-465C-9DD1-6B9203DDBE97}" type="pres">
      <dgm:prSet presAssocID="{7CCFE891-A753-48EE-BB62-AA2518B7EB78}" presName="pictureRepeatNode" presStyleLbl="alignImgPlace1" presStyleIdx="0" presStyleCnt="1" custScaleX="107160" custScaleY="112263" custLinFactX="100000" custLinFactNeighborX="161362" custLinFactNeighborY="3061"/>
      <dgm:spPr/>
    </dgm:pt>
    <dgm:pt modelId="{4612E6B5-5104-485F-A943-D68AA92409C5}" type="pres">
      <dgm:prSet presAssocID="{D92582A9-B4E6-44CF-AAD0-0067B3DE2E28}" presName="text_1" presStyleLbl="node1" presStyleIdx="0" presStyleCnt="0" custLinFactNeighborX="75791" custLinFactNeighborY="23084">
        <dgm:presLayoutVars>
          <dgm:bulletEnabled val="1"/>
        </dgm:presLayoutVars>
      </dgm:prSet>
      <dgm:spPr/>
    </dgm:pt>
  </dgm:ptLst>
  <dgm:cxnLst>
    <dgm:cxn modelId="{9B3B5D1B-4808-4ABB-B03F-0400427C4028}" srcId="{34B37F1C-C214-421B-959B-AFB4FBDA6F84}" destId="{D92582A9-B4E6-44CF-AAD0-0067B3DE2E28}" srcOrd="0" destOrd="0" parTransId="{CFB1CABC-C551-4F3B-B718-61541F27936D}" sibTransId="{7CCFE891-A753-48EE-BB62-AA2518B7EB78}"/>
    <dgm:cxn modelId="{B4C4EB2D-BAD2-4CE9-8FCA-CF5FE88C26E5}" type="presOf" srcId="{D92582A9-B4E6-44CF-AAD0-0067B3DE2E28}" destId="{4612E6B5-5104-485F-A943-D68AA92409C5}" srcOrd="0" destOrd="0" presId="urn:microsoft.com/office/officeart/2008/layout/CircularPictureCallout"/>
    <dgm:cxn modelId="{92449155-D5A2-40D2-A902-BF55E21837E0}" type="presOf" srcId="{7CCFE891-A753-48EE-BB62-AA2518B7EB78}" destId="{3DF8E764-8551-465C-9DD1-6B9203DDBE97}" srcOrd="0" destOrd="0" presId="urn:microsoft.com/office/officeart/2008/layout/CircularPictureCallout"/>
    <dgm:cxn modelId="{E03DA8DF-3744-4B84-B0DA-DC4C8181D1D8}" type="presOf" srcId="{34B37F1C-C214-421B-959B-AFB4FBDA6F84}" destId="{1C8DECF7-14BC-486E-9821-3C14CDC93B40}" srcOrd="0" destOrd="0" presId="urn:microsoft.com/office/officeart/2008/layout/CircularPictureCallout"/>
    <dgm:cxn modelId="{2BDBF5FA-8FD7-4485-934C-72AFCA25BCC0}" type="presParOf" srcId="{1C8DECF7-14BC-486E-9821-3C14CDC93B40}" destId="{96829F7A-3552-4477-86B7-BAFB396DE308}" srcOrd="0" destOrd="0" presId="urn:microsoft.com/office/officeart/2008/layout/CircularPictureCallout"/>
    <dgm:cxn modelId="{0801B1CB-2EAB-4BA5-A57F-B6BBB3ECB7F3}" type="presParOf" srcId="{96829F7A-3552-4477-86B7-BAFB396DE308}" destId="{BA2B92C2-446B-4A3F-935A-AD1467F834D9}" srcOrd="0" destOrd="0" presId="urn:microsoft.com/office/officeart/2008/layout/CircularPictureCallout"/>
    <dgm:cxn modelId="{0C5F10BF-1A8D-40C6-BED0-8D057F160990}" type="presParOf" srcId="{BA2B92C2-446B-4A3F-935A-AD1467F834D9}" destId="{3DF8E764-8551-465C-9DD1-6B9203DDBE97}" srcOrd="0" destOrd="0" presId="urn:microsoft.com/office/officeart/2008/layout/CircularPictureCallout"/>
    <dgm:cxn modelId="{BCFAE7C0-7683-471C-AAFA-063F07E96935}" type="presParOf" srcId="{96829F7A-3552-4477-86B7-BAFB396DE308}" destId="{4612E6B5-5104-485F-A943-D68AA92409C5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8E764-8551-465C-9DD1-6B9203DDBE97}">
      <dsp:nvSpPr>
        <dsp:cNvPr id="0" name=""/>
        <dsp:cNvSpPr/>
      </dsp:nvSpPr>
      <dsp:spPr>
        <a:xfrm>
          <a:off x="1663634" y="824754"/>
          <a:ext cx="1920239" cy="201168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612E6B5-5104-485F-A943-D68AA92409C5}">
      <dsp:nvSpPr>
        <dsp:cNvPr id="0" name=""/>
        <dsp:cNvSpPr/>
      </dsp:nvSpPr>
      <dsp:spPr>
        <a:xfrm>
          <a:off x="2087718" y="1967799"/>
          <a:ext cx="1146839" cy="59133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yes</a:t>
          </a:r>
        </a:p>
      </dsp:txBody>
      <dsp:txXfrm>
        <a:off x="2087718" y="1967799"/>
        <a:ext cx="1146839" cy="591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B426-8D9D-4817-A757-02039852A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554842"/>
            <a:ext cx="8637073" cy="2541431"/>
          </a:xfrm>
        </p:spPr>
        <p:txBody>
          <a:bodyPr/>
          <a:lstStyle/>
          <a:p>
            <a:r>
              <a:rPr lang="en-US" dirty="0"/>
              <a:t>Usain Bolt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D30A4-1FCA-4B16-A146-23FDA9A1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970" y="3542221"/>
            <a:ext cx="8637072" cy="977621"/>
          </a:xfrm>
        </p:spPr>
        <p:txBody>
          <a:bodyPr/>
          <a:lstStyle/>
          <a:p>
            <a:r>
              <a:rPr lang="en-US" cap="none" dirty="0"/>
              <a:t>The fastest man on earth</a:t>
            </a:r>
          </a:p>
        </p:txBody>
      </p:sp>
    </p:spTree>
    <p:extLst>
      <p:ext uri="{BB962C8B-B14F-4D97-AF65-F5344CB8AC3E}">
        <p14:creationId xmlns:p14="http://schemas.microsoft.com/office/powerpoint/2010/main" val="108350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ADC5-396C-4FAF-B5E7-B8059C2F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602618"/>
            <a:ext cx="9603275" cy="1049235"/>
          </a:xfrm>
        </p:spPr>
        <p:txBody>
          <a:bodyPr/>
          <a:lstStyle/>
          <a:p>
            <a:r>
              <a:rPr lang="en-US" dirty="0"/>
              <a:t>Gifted runner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01DB3-139F-4C0C-A6B3-24D71AFC579F}"/>
              </a:ext>
            </a:extLst>
          </p:cNvPr>
          <p:cNvGrpSpPr/>
          <p:nvPr/>
        </p:nvGrpSpPr>
        <p:grpSpPr>
          <a:xfrm>
            <a:off x="1137144" y="1099930"/>
            <a:ext cx="9917710" cy="4147931"/>
            <a:chOff x="1653127" y="2103694"/>
            <a:chExt cx="9222058" cy="3104774"/>
          </a:xfrm>
          <a:scene3d>
            <a:camera prst="perspectiveRelaxed" fov="3000000">
              <a:rot lat="17993628" lon="21004999" rev="164888"/>
            </a:camera>
            <a:lightRig rig="threePt" dir="t"/>
          </a:scene3d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C175CCD-8DAE-4A02-85C3-CED78AF3FAA2}"/>
                </a:ext>
              </a:extLst>
            </p:cNvPr>
            <p:cNvSpPr/>
            <p:nvPr/>
          </p:nvSpPr>
          <p:spPr>
            <a:xfrm>
              <a:off x="1653128" y="2103694"/>
              <a:ext cx="9222057" cy="3104774"/>
            </a:xfrm>
            <a:custGeom>
              <a:avLst/>
              <a:gdLst>
                <a:gd name="connsiteX0" fmla="*/ 0 w 9255967"/>
                <a:gd name="connsiteY0" fmla="*/ 0 h 3023118"/>
                <a:gd name="connsiteX1" fmla="*/ 1362269 w 9255967"/>
                <a:gd name="connsiteY1" fmla="*/ 1129004 h 3023118"/>
                <a:gd name="connsiteX2" fmla="*/ 3209730 w 9255967"/>
                <a:gd name="connsiteY2" fmla="*/ 177281 h 3023118"/>
                <a:gd name="connsiteX3" fmla="*/ 4861249 w 9255967"/>
                <a:gd name="connsiteY3" fmla="*/ 2220686 h 3023118"/>
                <a:gd name="connsiteX4" fmla="*/ 7165910 w 9255967"/>
                <a:gd name="connsiteY4" fmla="*/ 1371600 h 3023118"/>
                <a:gd name="connsiteX5" fmla="*/ 9255967 w 9255967"/>
                <a:gd name="connsiteY5" fmla="*/ 3023118 h 3023118"/>
                <a:gd name="connsiteX6" fmla="*/ 9255967 w 9255967"/>
                <a:gd name="connsiteY6" fmla="*/ 3023118 h 302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55967" h="3023118">
                  <a:moveTo>
                    <a:pt x="0" y="0"/>
                  </a:moveTo>
                  <a:cubicBezTo>
                    <a:pt x="413657" y="549728"/>
                    <a:pt x="827314" y="1099457"/>
                    <a:pt x="1362269" y="1129004"/>
                  </a:cubicBezTo>
                  <a:cubicBezTo>
                    <a:pt x="1897224" y="1158551"/>
                    <a:pt x="2626567" y="-4666"/>
                    <a:pt x="3209730" y="177281"/>
                  </a:cubicBezTo>
                  <a:cubicBezTo>
                    <a:pt x="3792893" y="359228"/>
                    <a:pt x="4201886" y="2021633"/>
                    <a:pt x="4861249" y="2220686"/>
                  </a:cubicBezTo>
                  <a:cubicBezTo>
                    <a:pt x="5520612" y="2419739"/>
                    <a:pt x="6433457" y="1237861"/>
                    <a:pt x="7165910" y="1371600"/>
                  </a:cubicBezTo>
                  <a:cubicBezTo>
                    <a:pt x="7898363" y="1505339"/>
                    <a:pt x="9255967" y="3023118"/>
                    <a:pt x="9255967" y="3023118"/>
                  </a:cubicBezTo>
                  <a:lnTo>
                    <a:pt x="9255967" y="3023118"/>
                  </a:lnTo>
                </a:path>
              </a:pathLst>
            </a:custGeom>
            <a:noFill/>
            <a:ln w="615950" cap="sq" cmpd="sng">
              <a:solidFill>
                <a:schemeClr val="tx1"/>
              </a:solidFill>
              <a:beve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546C1AF-9992-4EF7-9244-9EFFEB60F6E9}"/>
                </a:ext>
              </a:extLst>
            </p:cNvPr>
            <p:cNvSpPr/>
            <p:nvPr/>
          </p:nvSpPr>
          <p:spPr>
            <a:xfrm>
              <a:off x="1653127" y="2184660"/>
              <a:ext cx="9222058" cy="3023807"/>
            </a:xfrm>
            <a:custGeom>
              <a:avLst/>
              <a:gdLst>
                <a:gd name="connsiteX0" fmla="*/ 0 w 9255967"/>
                <a:gd name="connsiteY0" fmla="*/ 0 h 3023118"/>
                <a:gd name="connsiteX1" fmla="*/ 1362269 w 9255967"/>
                <a:gd name="connsiteY1" fmla="*/ 1129004 h 3023118"/>
                <a:gd name="connsiteX2" fmla="*/ 3209730 w 9255967"/>
                <a:gd name="connsiteY2" fmla="*/ 177281 h 3023118"/>
                <a:gd name="connsiteX3" fmla="*/ 4861249 w 9255967"/>
                <a:gd name="connsiteY3" fmla="*/ 2220686 h 3023118"/>
                <a:gd name="connsiteX4" fmla="*/ 7165910 w 9255967"/>
                <a:gd name="connsiteY4" fmla="*/ 1371600 h 3023118"/>
                <a:gd name="connsiteX5" fmla="*/ 9255967 w 9255967"/>
                <a:gd name="connsiteY5" fmla="*/ 3023118 h 3023118"/>
                <a:gd name="connsiteX6" fmla="*/ 9255967 w 9255967"/>
                <a:gd name="connsiteY6" fmla="*/ 3023118 h 302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55967" h="3023118">
                  <a:moveTo>
                    <a:pt x="0" y="0"/>
                  </a:moveTo>
                  <a:cubicBezTo>
                    <a:pt x="413657" y="549728"/>
                    <a:pt x="827314" y="1099457"/>
                    <a:pt x="1362269" y="1129004"/>
                  </a:cubicBezTo>
                  <a:cubicBezTo>
                    <a:pt x="1897224" y="1158551"/>
                    <a:pt x="2626567" y="-4666"/>
                    <a:pt x="3209730" y="177281"/>
                  </a:cubicBezTo>
                  <a:cubicBezTo>
                    <a:pt x="3792893" y="359228"/>
                    <a:pt x="4201886" y="2021633"/>
                    <a:pt x="4861249" y="2220686"/>
                  </a:cubicBezTo>
                  <a:cubicBezTo>
                    <a:pt x="5520612" y="2419739"/>
                    <a:pt x="6433457" y="1237861"/>
                    <a:pt x="7165910" y="1371600"/>
                  </a:cubicBezTo>
                  <a:cubicBezTo>
                    <a:pt x="7898363" y="1505339"/>
                    <a:pt x="9255967" y="3023118"/>
                    <a:pt x="9255967" y="3023118"/>
                  </a:cubicBezTo>
                  <a:lnTo>
                    <a:pt x="9255967" y="3023118"/>
                  </a:lnTo>
                </a:path>
              </a:pathLst>
            </a:custGeom>
            <a:noFill/>
            <a:ln w="50800" cap="sq" cmpd="sng">
              <a:solidFill>
                <a:schemeClr val="bg1"/>
              </a:solidFill>
              <a:prstDash val="dash"/>
              <a:bevel/>
              <a:tail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Content Placeholder 13" descr="A picture containing outdoor&#10;&#10;Description generated with high confidence">
            <a:extLst>
              <a:ext uri="{FF2B5EF4-FFF2-40B4-BE49-F238E27FC236}">
                <a16:creationId xmlns:a16="http://schemas.microsoft.com/office/drawing/2014/main" id="{D7FB2899-13A8-4AA6-AC9F-EC5262E13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979"/>
                    </a14:imgEffect>
                    <a14:imgEffect>
                      <a14:saturation sat="117000"/>
                    </a14:imgEffect>
                  </a14:imgLayer>
                </a14:imgProps>
              </a:ext>
            </a:extLst>
          </a:blip>
          <a:srcRect l="21585" t="-10678" r="-2836" b="14577"/>
          <a:stretch/>
        </p:blipFill>
        <p:spPr>
          <a:xfrm>
            <a:off x="1609749" y="1244743"/>
            <a:ext cx="954130" cy="12695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Content Placeholder 13" descr="A picture containing outdoor&#10;&#10;Description generated with high confidence">
            <a:extLst>
              <a:ext uri="{FF2B5EF4-FFF2-40B4-BE49-F238E27FC236}">
                <a16:creationId xmlns:a16="http://schemas.microsoft.com/office/drawing/2014/main" id="{6C522DE0-F546-419F-9817-8131594F32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979"/>
                    </a14:imgEffect>
                    <a14:imgEffect>
                      <a14:saturation sat="117000"/>
                    </a14:imgEffect>
                  </a14:imgLayer>
                </a14:imgProps>
              </a:ext>
            </a:extLst>
          </a:blip>
          <a:srcRect l="21585" t="-10678" r="-2836" b="14577"/>
          <a:stretch/>
        </p:blipFill>
        <p:spPr>
          <a:xfrm>
            <a:off x="4434937" y="1317469"/>
            <a:ext cx="954130" cy="12695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Content Placeholder 13" descr="A picture containing outdoor&#10;&#10;Description generated with high confidence">
            <a:extLst>
              <a:ext uri="{FF2B5EF4-FFF2-40B4-BE49-F238E27FC236}">
                <a16:creationId xmlns:a16="http://schemas.microsoft.com/office/drawing/2014/main" id="{C9687245-6919-41CA-8142-70CFAA44E1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979"/>
                    </a14:imgEffect>
                    <a14:imgEffect>
                      <a14:saturation sat="117000"/>
                    </a14:imgEffect>
                  </a14:imgLayer>
                </a14:imgProps>
              </a:ext>
            </a:extLst>
          </a:blip>
          <a:srcRect l="21585" t="-10678" r="-2836" b="14577"/>
          <a:stretch/>
        </p:blipFill>
        <p:spPr>
          <a:xfrm>
            <a:off x="7240063" y="2465130"/>
            <a:ext cx="954130" cy="12695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Content Placeholder 13" descr="A picture containing outdoor&#10;&#10;Description generated with high confidence">
            <a:extLst>
              <a:ext uri="{FF2B5EF4-FFF2-40B4-BE49-F238E27FC236}">
                <a16:creationId xmlns:a16="http://schemas.microsoft.com/office/drawing/2014/main" id="{2F02F432-1C60-4E28-9372-2DE2CEBE42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979"/>
                    </a14:imgEffect>
                    <a14:imgEffect>
                      <a14:saturation sat="117000"/>
                    </a14:imgEffect>
                  </a14:imgLayer>
                </a14:imgProps>
              </a:ext>
            </a:extLst>
          </a:blip>
          <a:srcRect l="21585" t="-10678" r="-2836" b="14577"/>
          <a:stretch/>
        </p:blipFill>
        <p:spPr>
          <a:xfrm>
            <a:off x="10522254" y="3165026"/>
            <a:ext cx="954130" cy="12695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235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2459-83DB-4782-8134-C53DAAD0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830" y="778015"/>
            <a:ext cx="9603275" cy="1049235"/>
          </a:xfrm>
        </p:spPr>
        <p:txBody>
          <a:bodyPr/>
          <a:lstStyle/>
          <a:p>
            <a:r>
              <a:rPr lang="en-US" dirty="0"/>
              <a:t>Is the journey that smooth ????????</a:t>
            </a:r>
          </a:p>
        </p:txBody>
      </p:sp>
    </p:spTree>
    <p:extLst>
      <p:ext uri="{BB962C8B-B14F-4D97-AF65-F5344CB8AC3E}">
        <p14:creationId xmlns:p14="http://schemas.microsoft.com/office/powerpoint/2010/main" val="3385209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3000">
        <p15:prstTrans prst="fracture"/>
      </p:transition>
    </mc:Choice>
    <mc:Fallback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E705-024D-4D0F-A289-341E5F56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spoke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6645BD-1B29-48A3-BCB0-3009E1CF6F44}"/>
              </a:ext>
            </a:extLst>
          </p:cNvPr>
          <p:cNvSpPr txBox="1">
            <a:spLocks/>
          </p:cNvSpPr>
          <p:nvPr/>
        </p:nvSpPr>
        <p:spPr>
          <a:xfrm>
            <a:off x="1903270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1CFB9E-34E8-446F-A2CD-DA1A102F1475}"/>
              </a:ext>
            </a:extLst>
          </p:cNvPr>
          <p:cNvGrpSpPr/>
          <p:nvPr/>
        </p:nvGrpSpPr>
        <p:grpSpPr>
          <a:xfrm rot="3000000">
            <a:off x="1440562" y="2107298"/>
            <a:ext cx="462708" cy="1905762"/>
            <a:chOff x="1440562" y="2107298"/>
            <a:chExt cx="462708" cy="1905762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1D73C504-5600-44D1-8EB2-5C94DEEE6829}"/>
                </a:ext>
              </a:extLst>
            </p:cNvPr>
            <p:cNvSpPr/>
            <p:nvPr/>
          </p:nvSpPr>
          <p:spPr>
            <a:xfrm>
              <a:off x="1495291" y="2107298"/>
              <a:ext cx="353250" cy="162876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2C84CF-9C34-4DE4-B635-A8D4C3246A51}"/>
                </a:ext>
              </a:extLst>
            </p:cNvPr>
            <p:cNvSpPr/>
            <p:nvPr/>
          </p:nvSpPr>
          <p:spPr>
            <a:xfrm>
              <a:off x="1440562" y="3506284"/>
              <a:ext cx="462708" cy="50677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Arc 9">
            <a:extLst>
              <a:ext uri="{FF2B5EF4-FFF2-40B4-BE49-F238E27FC236}">
                <a16:creationId xmlns:a16="http://schemas.microsoft.com/office/drawing/2014/main" id="{E81EF7DB-D95B-4813-AD54-27FD919FB0FC}"/>
              </a:ext>
            </a:extLst>
          </p:cNvPr>
          <p:cNvSpPr/>
          <p:nvPr/>
        </p:nvSpPr>
        <p:spPr>
          <a:xfrm>
            <a:off x="-559000" y="2020885"/>
            <a:ext cx="4282701" cy="2707750"/>
          </a:xfrm>
          <a:prstGeom prst="arc">
            <a:avLst>
              <a:gd name="adj1" fmla="val 15782455"/>
              <a:gd name="adj2" fmla="val 5643194"/>
            </a:avLst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890780-6398-4FC1-A4F4-9B3F8290337F}"/>
              </a:ext>
            </a:extLst>
          </p:cNvPr>
          <p:cNvSpPr/>
          <p:nvPr/>
        </p:nvSpPr>
        <p:spPr>
          <a:xfrm>
            <a:off x="2570275" y="2015732"/>
            <a:ext cx="488051" cy="515595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E1825-56B1-4E50-B537-C10086A20BE6}"/>
              </a:ext>
            </a:extLst>
          </p:cNvPr>
          <p:cNvSpPr txBox="1"/>
          <p:nvPr/>
        </p:nvSpPr>
        <p:spPr>
          <a:xfrm>
            <a:off x="3058326" y="2015732"/>
            <a:ext cx="557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82335A-AD34-4894-AE3C-B6AC3F778B9A}"/>
              </a:ext>
            </a:extLst>
          </p:cNvPr>
          <p:cNvSpPr/>
          <p:nvPr/>
        </p:nvSpPr>
        <p:spPr>
          <a:xfrm>
            <a:off x="2379329" y="4213040"/>
            <a:ext cx="488051" cy="515595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10488-2726-422C-9885-A8BBB0ADAF59}"/>
              </a:ext>
            </a:extLst>
          </p:cNvPr>
          <p:cNvSpPr txBox="1"/>
          <p:nvPr/>
        </p:nvSpPr>
        <p:spPr>
          <a:xfrm>
            <a:off x="2910618" y="4366632"/>
            <a:ext cx="557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56A68D-F175-4F1F-8679-35685AB1274A}"/>
              </a:ext>
            </a:extLst>
          </p:cNvPr>
          <p:cNvSpPr/>
          <p:nvPr/>
        </p:nvSpPr>
        <p:spPr>
          <a:xfrm>
            <a:off x="3489697" y="3118050"/>
            <a:ext cx="488051" cy="515595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88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B56CF-6F37-422D-B940-35EA93A14D83}"/>
              </a:ext>
            </a:extLst>
          </p:cNvPr>
          <p:cNvSpPr txBox="1"/>
          <p:nvPr/>
        </p:nvSpPr>
        <p:spPr>
          <a:xfrm>
            <a:off x="4043736" y="3171568"/>
            <a:ext cx="557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 </a:t>
            </a:r>
          </a:p>
        </p:txBody>
      </p:sp>
    </p:spTree>
    <p:extLst>
      <p:ext uri="{BB962C8B-B14F-4D97-AF65-F5344CB8AC3E}">
        <p14:creationId xmlns:p14="http://schemas.microsoft.com/office/powerpoint/2010/main" val="401094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0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0">
                                      <p:cBhvr>
                                        <p:cTn id="3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F552-D7A3-4C47-99A2-1BA80DD4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Legend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969559-A1B2-4F0B-BCA1-116543A9E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69605"/>
              </p:ext>
            </p:extLst>
          </p:nvPr>
        </p:nvGraphicFramePr>
        <p:xfrm>
          <a:off x="7820297" y="2149430"/>
          <a:ext cx="3583874" cy="3551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83748B7-9F5E-4B8A-8167-1E6EEEA6C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813550"/>
              </p:ext>
            </p:extLst>
          </p:nvPr>
        </p:nvGraphicFramePr>
        <p:xfrm>
          <a:off x="1645877" y="1470991"/>
          <a:ext cx="7696906" cy="4229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7262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926A-376F-42CD-9582-F3FC952B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1FDB2-B84A-4915-BE6D-A135CD213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479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861</TotalTime>
  <Words>22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Usain Bolt </vt:lpstr>
      <vt:lpstr>Gifted runner</vt:lpstr>
      <vt:lpstr>Is the journey that smooth ????????</vt:lpstr>
      <vt:lpstr>Time spoke</vt:lpstr>
      <vt:lpstr>Legend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Usain Bolt </dc:title>
  <dc:creator>Karri, Sukanya (Refinitiv)</dc:creator>
  <cp:lastModifiedBy>Karri, Sukanya (Refinitiv)</cp:lastModifiedBy>
  <cp:revision>18</cp:revision>
  <dcterms:created xsi:type="dcterms:W3CDTF">2020-02-19T02:43:05Z</dcterms:created>
  <dcterms:modified xsi:type="dcterms:W3CDTF">2020-02-20T09:23:29Z</dcterms:modified>
</cp:coreProperties>
</file>